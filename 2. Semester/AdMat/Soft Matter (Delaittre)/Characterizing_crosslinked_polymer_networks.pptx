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3" r:id="rId3"/>
    <p:sldId id="264" r:id="rId4"/>
    <p:sldId id="266" r:id="rId5"/>
    <p:sldId id="267" r:id="rId6"/>
    <p:sldId id="268" r:id="rId7"/>
    <p:sldId id="269" r:id="rId8"/>
    <p:sldId id="270" r:id="rId9"/>
    <p:sldId id="271" r:id="rId10"/>
    <p:sldId id="265" r:id="rId11"/>
  </p:sldIdLst>
  <p:sldSz cx="9144000" cy="5149850"/>
  <p:notesSz cx="6858000" cy="9144000"/>
  <p:defaultTextStyle>
    <a:defPPr>
      <a:defRPr lang="de-DE"/>
    </a:defPPr>
    <a:lvl1pPr marL="0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1pPr>
    <a:lvl2pPr marL="343037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2pPr>
    <a:lvl3pPr marL="686074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3pPr>
    <a:lvl4pPr marL="1029111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4pPr>
    <a:lvl5pPr marL="1372149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5pPr>
    <a:lvl6pPr marL="1715186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6pPr>
    <a:lvl7pPr marL="2058223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7pPr>
    <a:lvl8pPr marL="2401260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8pPr>
    <a:lvl9pPr marL="2744297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AB3"/>
    <a:srgbClr val="DAE5EB"/>
    <a:srgbClr val="CCDDE7"/>
    <a:srgbClr val="DAE5EA"/>
    <a:srgbClr val="B6C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21" autoAdjust="0"/>
    <p:restoredTop sz="97725" autoAdjust="0"/>
  </p:normalViewPr>
  <p:slideViewPr>
    <p:cSldViewPr showGuides="1">
      <p:cViewPr varScale="1">
        <p:scale>
          <a:sx n="146" d="100"/>
          <a:sy n="146" d="100"/>
        </p:scale>
        <p:origin x="366" y="66"/>
      </p:cViewPr>
      <p:guideLst/>
    </p:cSldViewPr>
  </p:slideViewPr>
  <p:outlineViewPr>
    <p:cViewPr>
      <p:scale>
        <a:sx n="33" d="100"/>
        <a:sy n="33" d="100"/>
      </p:scale>
      <p:origin x="0" y="-933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58" d="100"/>
          <a:sy n="158" d="100"/>
        </p:scale>
        <p:origin x="564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BDED6AC-55F7-E147-AFC4-A3BDBFCC75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9D59C4-29AC-D341-B4D1-22B9DA375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4785B-15A5-6941-B203-15A17340AF8C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448B2D-EB51-AA41-A1D5-5D87A817BB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A25665-AD21-FE4A-BE5F-E9A755F5D9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E3842B-17F5-B44E-AEFD-F68DA92D851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223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4EA47C3-D6D1-45C7-B7EF-A1183D105D1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olienbildplatzhalter 7">
            <a:extLst>
              <a:ext uri="{FF2B5EF4-FFF2-40B4-BE49-F238E27FC236}">
                <a16:creationId xmlns:a16="http://schemas.microsoft.com/office/drawing/2014/main" id="{B136A2F5-BC7E-47DC-9ED9-95EE5B00A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2279" y="467544"/>
            <a:ext cx="6490831" cy="3655323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10" name="Notizenplatzhalter 9">
            <a:extLst>
              <a:ext uri="{FF2B5EF4-FFF2-40B4-BE49-F238E27FC236}">
                <a16:creationId xmlns:a16="http://schemas.microsoft.com/office/drawing/2014/main" id="{16E3EB76-4D08-4C50-98FE-43C6F5867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2279" y="4400550"/>
            <a:ext cx="6490831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39692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3037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6074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9111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2149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5186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8223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1260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4297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314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CABCBAD4-CDF6-43FE-8861-A06D0882730D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43762DC1-C2FD-42CE-AFEB-715EE62A1F3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76098270-8824-46AE-A5C5-CD99A62A1C4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Holder 3">
              <a:extLst>
                <a:ext uri="{FF2B5EF4-FFF2-40B4-BE49-F238E27FC236}">
                  <a16:creationId xmlns:a16="http://schemas.microsoft.com/office/drawing/2014/main" id="{3299EB9C-AF93-46B9-874F-99C450B3EDD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9E7234BE-B4D1-49DA-A717-D084E338DDBA}"/>
              </a:ext>
            </a:extLst>
          </p:cNvPr>
          <p:cNvSpPr/>
          <p:nvPr userDrawn="1"/>
        </p:nvSpPr>
        <p:spPr>
          <a:xfrm>
            <a:off x="1" y="1422400"/>
            <a:ext cx="3167992" cy="3492500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4279" y="2268082"/>
            <a:ext cx="4401108" cy="1070009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4279" y="3494160"/>
            <a:ext cx="4401108" cy="60464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8" name="Grafik 6">
            <a:extLst>
              <a:ext uri="{FF2B5EF4-FFF2-40B4-BE49-F238E27FC236}">
                <a16:creationId xmlns:a16="http://schemas.microsoft.com/office/drawing/2014/main" id="{4A50CB4E-A2BD-42A4-89AF-00FBAF42ED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25C16EB5-4461-4758-A5F1-9FCFC409D904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4F2F414-99B5-4842-AE69-123A75660DF4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2AE2AF92-0F47-4975-97EE-AD59D0F4352B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39DDEE01-97C2-45BB-8AA5-588FD5885C5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 dirty="0"/>
            </a:p>
          </p:txBody>
        </p:sp>
      </p:grp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19CBCE6-1CEE-2E4B-97C4-E36A3F437EC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0F391E70-C53F-8E44-AE6E-23719415C8B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E5E24761-2865-1D40-A92D-0F05793A17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6E2E5415-7F1B-EA4C-9A01-5E1F75F863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6B60F0-E3D6-3343-A074-965788DB84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315524F6-B2F6-E24E-91FE-A7BE6CEF8B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80121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91EEF65-5B2F-4153-B72A-8188920387E8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7F2B589E-3839-4C3B-92E1-F293A76DB3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8DC76EE0-F751-40CD-B7DB-DC698896789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Holder 3">
              <a:extLst>
                <a:ext uri="{FF2B5EF4-FFF2-40B4-BE49-F238E27FC236}">
                  <a16:creationId xmlns:a16="http://schemas.microsoft.com/office/drawing/2014/main" id="{5DFAD467-705A-4EBF-B0CD-82975D99AB5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59BE50D6-D2EF-43B9-8437-C5253F74EA60}"/>
              </a:ext>
            </a:extLst>
          </p:cNvPr>
          <p:cNvSpPr/>
          <p:nvPr userDrawn="1"/>
        </p:nvSpPr>
        <p:spPr>
          <a:xfrm>
            <a:off x="1" y="1422400"/>
            <a:ext cx="3167992" cy="3492500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de-DE" sz="13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899361"/>
            <a:ext cx="6399768" cy="540727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6399768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8AC3E5BE-9275-472F-AEB2-C4DA849B9A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A45B3C2-1CA4-47B2-9CD9-00EEF9D615AF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243C064-66AF-4F89-A61C-8EAA80446B16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E875C2F-2AC0-45DD-9626-129486821205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2F1F040A-4C25-4A9B-91CF-4997C0E3FA2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4546E641-A9D5-9A47-9F76-2734E5A68A2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0679E3DD-A5E0-9442-80E4-78F5371D29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2EF12A4D-9E8B-6D48-B319-03F9AB23CB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C9076294-3FF7-9C4E-9E9C-734FEDF8CD7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402837B2-EE3A-BB49-8729-EE20976AD0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4" name="Textplatzhalter 22">
            <a:extLst>
              <a:ext uri="{FF2B5EF4-FFF2-40B4-BE49-F238E27FC236}">
                <a16:creationId xmlns:a16="http://schemas.microsoft.com/office/drawing/2014/main" id="{3F468D62-B29F-1948-8A54-6EE8881E37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307507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2A319C61-FBE7-466D-8041-BA328224720B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27" name="bk object 18">
              <a:extLst>
                <a:ext uri="{FF2B5EF4-FFF2-40B4-BE49-F238E27FC236}">
                  <a16:creationId xmlns:a16="http://schemas.microsoft.com/office/drawing/2014/main" id="{6943C0CE-1EA2-499D-ACFC-7FAE777D4885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C64DCA2F-E670-44CF-8CCD-A8817BCDFE08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Holder 3">
              <a:extLst>
                <a:ext uri="{FF2B5EF4-FFF2-40B4-BE49-F238E27FC236}">
                  <a16:creationId xmlns:a16="http://schemas.microsoft.com/office/drawing/2014/main" id="{39C16D6C-600C-4A10-95E4-95BF4999FC1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331598"/>
            <a:ext cx="6399768" cy="1108490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6399768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018F5287-7D90-4427-B223-AB51C34FB4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949CBA05-EE3B-40FD-B566-67D594E41B9E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73274AB8-A508-4076-9FF6-7AE09BB7827C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0060672-D990-46D3-A86C-D3F5FB08D442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7FB0B066-EC76-4017-ACF3-B5105457A38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22" name="Bildplatzhalter 4">
            <a:extLst>
              <a:ext uri="{FF2B5EF4-FFF2-40B4-BE49-F238E27FC236}">
                <a16:creationId xmlns:a16="http://schemas.microsoft.com/office/drawing/2014/main" id="{03E97028-859A-C34B-BA69-FE65392BD5C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A992989-D88F-904A-82A9-2CECB1EC29C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1D43BA97-CCC3-C745-9C93-62FFC1864A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F49ABE06-6658-974E-AB25-5DDB34A0CD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76F20FCB-C090-BA4C-A643-DDAF7FA315D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BA467741-5272-AC4D-9B23-E74C3927F4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116735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3C014E30-33A3-475F-B8A0-9E84E311170A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6643BCF6-A569-4BAD-B15C-E253B00A5594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D0D25174-0D7D-4590-B212-5467D04FECF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7C25F4F3-A838-4B03-A6C0-3D91C8E43EB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4936563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FAB22651-CAFB-4334-BBAD-47EBF4CF7F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331598"/>
            <a:ext cx="4936563" cy="1108490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CF4A76B1-953E-4A32-9BD1-DE88786E38F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CFD7E5C6-0F67-4B37-B3BF-534429CFB0DA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D3305F2-C7C5-4C12-9231-D66E6CDF1F5F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41CA9BF-ECB3-404C-B6B8-1533D1C1E0A0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7658C24-2A28-49B2-96C0-D5EEAC50C41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F135B6-57F4-4B6E-AD86-CFAA18EDA94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20941" y="1088383"/>
            <a:ext cx="3523059" cy="3826517"/>
          </a:xfrm>
          <a:solidFill>
            <a:schemeClr val="bg2">
              <a:lumMod val="100000"/>
            </a:schemeClr>
          </a:solidFill>
          <a:ln/>
        </p:spPr>
        <p:txBody>
          <a:bodyPr lIns="0" tIns="540000" rIns="0" bIns="0" anchor="t">
            <a:noAutofit/>
          </a:bodyPr>
          <a:lstStyle>
            <a:lvl1pPr marL="180975" indent="0" algn="l">
              <a:lnSpc>
                <a:spcPct val="90000"/>
              </a:lnSpc>
              <a:buNone/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Inhaltsplatzhalter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32C3CFE1-9073-8745-BD09-80495049B6B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A46737F8-B03F-0745-A5A9-B5476E203B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5E485192-2EF9-6641-A4FD-7903E499C73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26225" y="4151976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F92B4699-D079-5B46-A5E5-D0CE8B4FF5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30436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5" name="Textplatzhalter 22">
            <a:extLst>
              <a:ext uri="{FF2B5EF4-FFF2-40B4-BE49-F238E27FC236}">
                <a16:creationId xmlns:a16="http://schemas.microsoft.com/office/drawing/2014/main" id="{E88F2ABD-B4F2-BF45-B0C0-261F3A2EC7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1541121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46692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AE8C18B-3B31-4172-BD36-383A2D959058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033258C7-8016-4009-9FB1-F90060178720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F63F0B04-1DC4-4DF5-9D98-F1A5AB5B67C4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1BF4C821-21F2-42D9-9C34-70F485006B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250489"/>
            <a:ext cx="2830329" cy="1189599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2830329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335E6D46-1A90-4F85-971E-BE51B6E275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23343E36-3D15-4FBD-82A0-2EF69415466D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F35EBB84-4567-4B99-BCB2-9E4F2E74A659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D04A692-1B93-4339-9E71-F30AA92C9F93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237AA0D-D90E-4127-B627-42907D1E6150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76DE86-C438-4E37-A2C2-A3C892D489F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45886" y="1088383"/>
            <a:ext cx="5598114" cy="3826517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B08885F2-1A5F-B44F-9FA4-22C52965E81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3609EE5A-0FD7-3E40-A359-B82C3079D7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B667A3A2-D04C-4844-BBA2-F27F285A2A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19555" y="4150658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8" name="Textplatzhalter 22">
            <a:extLst>
              <a:ext uri="{FF2B5EF4-FFF2-40B4-BE49-F238E27FC236}">
                <a16:creationId xmlns:a16="http://schemas.microsoft.com/office/drawing/2014/main" id="{F8DF472F-A7C0-6447-A12C-AB015A5D0F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1169392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05045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zwei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8609EF01-760B-4279-96D2-9AE5DF9E07ED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2" name="bk object 18">
              <a:extLst>
                <a:ext uri="{FF2B5EF4-FFF2-40B4-BE49-F238E27FC236}">
                  <a16:creationId xmlns:a16="http://schemas.microsoft.com/office/drawing/2014/main" id="{A4C7AC9B-CEA5-4C57-B178-3624C6812F1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bk object 18">
              <a:extLst>
                <a:ext uri="{FF2B5EF4-FFF2-40B4-BE49-F238E27FC236}">
                  <a16:creationId xmlns:a16="http://schemas.microsoft.com/office/drawing/2014/main" id="{D054BE5A-53A6-4A25-B171-207E0A5A15D9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Holder 3">
              <a:extLst>
                <a:ext uri="{FF2B5EF4-FFF2-40B4-BE49-F238E27FC236}">
                  <a16:creationId xmlns:a16="http://schemas.microsoft.com/office/drawing/2014/main" id="{7E7A0D5B-9864-42E6-BDCD-A3D2A068635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3818597"/>
            <a:ext cx="5341606" cy="567763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4458767"/>
            <a:ext cx="5341607" cy="27418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4" name="Grafik 6">
            <a:extLst>
              <a:ext uri="{FF2B5EF4-FFF2-40B4-BE49-F238E27FC236}">
                <a16:creationId xmlns:a16="http://schemas.microsoft.com/office/drawing/2014/main" id="{06DED613-6C95-44B4-934D-915F765D5E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ED8DE4AB-9CB4-42A7-9E68-6E2FAB87CDD7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2AF7295B-8EB5-4B3E-B347-40D564DF2E8A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19EB503C-B339-4925-A963-9A41C6D48A86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58334B5-873D-4772-A5CD-6DB0CA382F6C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9443CD-BCA7-46CF-AFA8-330C463402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1422399"/>
            <a:ext cx="6678234" cy="2396196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24558D-B62E-4475-9EF0-8C38F6D9AB6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40999" y="1422400"/>
            <a:ext cx="2403000" cy="2396196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F7FE4B2A-DC36-0D4C-9F52-0C253A8928E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FCFEEB94-02FC-204B-B0CC-7FE7C62C17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CC219343-0397-9E4E-BD60-873C1713E3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40153" y="4159763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016D7102-C9CE-0D4A-85BF-0EC312730C6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16352" y="415033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9" name="Textplatzhalter 22">
            <a:extLst>
              <a:ext uri="{FF2B5EF4-FFF2-40B4-BE49-F238E27FC236}">
                <a16:creationId xmlns:a16="http://schemas.microsoft.com/office/drawing/2014/main" id="{85B9FCEE-8B61-EE4E-8E60-A4B4C50E63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96335" y="4467117"/>
            <a:ext cx="1021127" cy="274183"/>
          </a:xfrm>
        </p:spPr>
        <p:txBody>
          <a:bodyPr/>
          <a:lstStyle>
            <a:lvl1pPr marL="0" indent="0" algn="r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412373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D474F-8BEC-4D91-A03D-D9362EBEA4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Inhaltsverzeichnis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49AD49C-66AF-4DEA-AFAD-00CFC0FCD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A236E8-550F-4D48-A470-B5B6ACB7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EECEC85-61F4-4B79-8C27-7F9D489194F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488102" y="1422400"/>
            <a:ext cx="3655898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0A45E48-BE13-4673-A7CD-2D5059A1B6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4586288" cy="3492500"/>
          </a:xfrm>
        </p:spPr>
        <p:txBody>
          <a:bodyPr>
            <a:noAutofit/>
          </a:bodyPr>
          <a:lstStyle>
            <a:lvl1pPr marL="295275" indent="-295275">
              <a:spcBef>
                <a:spcPts val="1200"/>
              </a:spcBef>
              <a:buFont typeface="+mj-lt"/>
              <a:buAutoNum type="arabicPeriod"/>
              <a:defRPr/>
            </a:lvl1pPr>
            <a:lvl2pPr>
              <a:defRPr/>
            </a:lvl2pPr>
          </a:lstStyle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3613049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2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ohne Untertitel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389A477-57D5-4BE0-806F-7840FB2B8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809625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1809276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21D334-520E-4FBB-B8A8-6A609B53F9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8101012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6CD374-8E61-0A4C-83F0-76A0F81260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93736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(groß)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BFE84D2-D951-43C8-81B8-BCF2BCBCC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545752"/>
            <a:ext cx="8101012" cy="331152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73F9E275-8222-594E-AE4A-5DC2C6FC95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24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32541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Zwei Inhalte ohne Untertitel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B557236-B6F1-4EF1-92AD-2624537923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3941762" cy="34242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D9B5E02-9A16-49B4-9355-BE71C0D665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9950" y="1422400"/>
            <a:ext cx="3943350" cy="3424238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3383617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tIns="0"/>
          <a:lstStyle/>
          <a:p>
            <a:r>
              <a:rPr lang="de-DE" dirty="0"/>
              <a:t>Zwei Inhalte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B1E48B2-9056-46C9-8170-057A7DDAE8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3941762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C9A547D-69C2-4513-9E4D-7F7C15B98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9950" y="1422400"/>
            <a:ext cx="3937000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DAA57B84-07F8-564B-8DEA-600525150D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393700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9F477F5-428F-6D4A-B1D1-1A175E027E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86300" y="1089025"/>
            <a:ext cx="393700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4657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Diagramme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2288" y="1422400"/>
            <a:ext cx="8100219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8E2B6C4B-5F28-AC4F-80E0-2631991988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764643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>
          <p15:clr>
            <a:srgbClr val="FBAE40"/>
          </p15:clr>
        </p15:guide>
        <p15:guide id="2" pos="379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Tabellen 1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C0C6EB1C-18E9-44D2-B97A-2055909E56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0913" y="1422400"/>
            <a:ext cx="2590799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2288" y="1422400"/>
            <a:ext cx="531018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51B80552-8C75-CA4C-8B5A-9B2EBBE4E7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230283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 userDrawn="1">
          <p15:clr>
            <a:srgbClr val="FBAE40"/>
          </p15:clr>
        </p15:guide>
        <p15:guide id="2" pos="379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Tabellen 2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4ED614B-D2A2-4F44-8C55-EA8990499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259080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78E908BC-1AEE-469A-8B07-24C581B6328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11525" y="1422400"/>
            <a:ext cx="5310188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9B5CE0C-F0E5-4A46-8E54-A8BEBF3528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16127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961" userDrawn="1">
          <p15:clr>
            <a:srgbClr val="FBAE40"/>
          </p15:clr>
        </p15:guide>
        <p15:guide id="3" pos="208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Vier Inhalte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FDB2AAA-C98E-4D27-9188-E7E5DBFF09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422400"/>
            <a:ext cx="3941762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823B8EE-EC69-45B2-BAC9-1BCA4FBF1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9950" y="1422400"/>
            <a:ext cx="3941763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640510EC-0518-429F-B934-724E542AEE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3187700"/>
            <a:ext cx="3941762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C5C7A3E-AD9D-494E-9656-60D17A2D3D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9950" y="3187701"/>
            <a:ext cx="3943350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8F97F85F-5214-3C4D-AECA-FAB96CDFB6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869609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Viel Text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BE7D15-C3F6-44ED-81D4-5CA3DF1394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2288" y="1422400"/>
            <a:ext cx="3941762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225A19B-F9D6-496E-93F0-23086F37C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9950" y="1422400"/>
            <a:ext cx="394335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9BCD487A-0F7D-A741-B766-3DC58765E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112603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Heine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A8B718B6-0A12-456A-A2B2-DDCE96D85C32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54" name="bk object 18">
              <a:extLst>
                <a:ext uri="{FF2B5EF4-FFF2-40B4-BE49-F238E27FC236}">
                  <a16:creationId xmlns:a16="http://schemas.microsoft.com/office/drawing/2014/main" id="{AA03ADD9-BB66-4FBA-AA38-A477A97E7E8A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483C21C1-427D-47E5-8D0D-E9E03790F6E3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Holder 3">
              <a:extLst>
                <a:ext uri="{FF2B5EF4-FFF2-40B4-BE49-F238E27FC236}">
                  <a16:creationId xmlns:a16="http://schemas.microsoft.com/office/drawing/2014/main" id="{E224A6C7-1F26-4748-BB34-5F7E18EFB33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3731958" cy="491490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23939B8-98AC-4295-9C3F-D06AC0E2B265}"/>
              </a:ext>
            </a:extLst>
          </p:cNvPr>
          <p:cNvCxnSpPr>
            <a:cxnSpLocks/>
          </p:cNvCxnSpPr>
          <p:nvPr userDrawn="1"/>
        </p:nvCxnSpPr>
        <p:spPr>
          <a:xfrm>
            <a:off x="4464051" y="974732"/>
            <a:ext cx="2889315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6C751C-C99C-4A88-ADDD-C33FB6EC87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4050" y="1422400"/>
            <a:ext cx="436880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43" name="Textplatzhalter 3">
            <a:extLst>
              <a:ext uri="{FF2B5EF4-FFF2-40B4-BE49-F238E27FC236}">
                <a16:creationId xmlns:a16="http://schemas.microsoft.com/office/drawing/2014/main" id="{9D7F55B5-520F-1846-9A54-FEA146BB9F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4050" y="1089025"/>
            <a:ext cx="415925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1B2787-50EF-0421-26D2-6074716A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77683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+ Bild rechts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D03C39F-F4DA-4E33-9C12-0C07D46B74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25577" y="1422400"/>
            <a:ext cx="4518422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5337AD4-58C4-4CD3-B6EE-0320BEF61A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550" y="1422399"/>
            <a:ext cx="3754437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66EF6949-DF2A-6945-ACA6-6155BA68DF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557660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zwei Bilde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+ 2 Bilder rechts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ADE6869-998B-4809-AE43-C38E35BE8AA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25578" y="1422400"/>
            <a:ext cx="224194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B574367-BB34-447D-A233-6E083CBE551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21103" y="1422399"/>
            <a:ext cx="222289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DFAE767-5641-4D3F-9095-84DF276507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288" y="1422400"/>
            <a:ext cx="3754437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1169AC40-4AD9-954E-A54F-29F517D6CC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960897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60" userDrawn="1">
          <p15:clr>
            <a:srgbClr val="FBAE40"/>
          </p15:clr>
        </p15:guide>
        <p15:guide id="2" pos="432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7376B4C5-BE86-46E2-BB73-C84DD0D0A2B1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554B3AC1-FDFF-4DC3-9DC6-81F70D7AA0BB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77DD96AE-1808-4743-8DCB-608D8DC68352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Holder 3">
              <a:extLst>
                <a:ext uri="{FF2B5EF4-FFF2-40B4-BE49-F238E27FC236}">
                  <a16:creationId xmlns:a16="http://schemas.microsoft.com/office/drawing/2014/main" id="{DA1288D7-3EDD-4960-BA1A-AED8C420D13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579" y="330910"/>
            <a:ext cx="2727787" cy="452322"/>
          </a:xfrm>
        </p:spPr>
        <p:txBody>
          <a:bodyPr/>
          <a:lstStyle/>
          <a:p>
            <a:r>
              <a:rPr lang="de-DE" dirty="0"/>
              <a:t>Inhalt + Bild links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2A6B4FCA-16D8-4C61-9911-C6EBBA2E9614}"/>
              </a:ext>
            </a:extLst>
          </p:cNvPr>
          <p:cNvCxnSpPr>
            <a:cxnSpLocks/>
          </p:cNvCxnSpPr>
          <p:nvPr userDrawn="1"/>
        </p:nvCxnSpPr>
        <p:spPr>
          <a:xfrm>
            <a:off x="4625975" y="974732"/>
            <a:ext cx="272739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973DDC7-C42E-4F39-AF1D-5C1BA1202CB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-6031" y="-1"/>
            <a:ext cx="4277280" cy="49149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E86CCD-5F3A-4D32-9430-6A5FA2D999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5578" y="1422400"/>
            <a:ext cx="3997722" cy="34877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grpSp>
        <p:nvGrpSpPr>
          <p:cNvPr id="43" name="Grafik 9">
            <a:extLst>
              <a:ext uri="{FF2B5EF4-FFF2-40B4-BE49-F238E27FC236}">
                <a16:creationId xmlns:a16="http://schemas.microsoft.com/office/drawing/2014/main" id="{C91C6619-4CF7-49A7-802B-6AF7FF4914DA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5" name="Grafik 9">
              <a:extLst>
                <a:ext uri="{FF2B5EF4-FFF2-40B4-BE49-F238E27FC236}">
                  <a16:creationId xmlns:a16="http://schemas.microsoft.com/office/drawing/2014/main" id="{455B36EC-528F-4E97-93BF-21959E6FD9B9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91D309B1-63F8-4AB2-8EB2-1CAEF4C839A6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A36242A3-7F74-4857-8FF1-ADD22CCD327C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373027A2-4C51-4E71-A123-42FB987BF2B4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A909C168-98E6-4FA2-8D75-923A389A4E9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9A3716B3-558A-427F-BA0B-829497FC888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F8470D77-D85D-4975-9A60-9CE2E8808B2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BCF37C2F-5134-4162-BE90-58DA31D2F78C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0B310A5-C7B4-461B-A746-BE06FBD16D5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41295C12-5E33-43EE-8872-7957A8D8536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0" name="Grafik 9">
              <a:extLst>
                <a:ext uri="{FF2B5EF4-FFF2-40B4-BE49-F238E27FC236}">
                  <a16:creationId xmlns:a16="http://schemas.microsoft.com/office/drawing/2014/main" id="{3A5FF387-F0B6-477E-998D-234DECE1DB1B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FE518397-1522-4A04-B6ED-00F9007F357A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10063F5E-0004-4BCF-97BF-1F768B2194CF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1A6F300E-3CC4-4B75-80D8-A919F613F4A3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2" name="Grafik 9">
              <a:extLst>
                <a:ext uri="{FF2B5EF4-FFF2-40B4-BE49-F238E27FC236}">
                  <a16:creationId xmlns:a16="http://schemas.microsoft.com/office/drawing/2014/main" id="{04AC514E-52CF-4856-ADD0-332C339C4D48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546461AE-92FF-428D-A949-FB0BA0C40486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E965C189-A801-452A-859F-28368D6503E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3" name="Freihandform: Form 52">
              <a:extLst>
                <a:ext uri="{FF2B5EF4-FFF2-40B4-BE49-F238E27FC236}">
                  <a16:creationId xmlns:a16="http://schemas.microsoft.com/office/drawing/2014/main" id="{6B42D9CC-533D-471D-AE03-C7814754949F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1CA820B0-ACB2-443B-BBD2-E5DA3D05A48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958C57C2-4634-4F2D-AAFF-837FFB064E0F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60" name="Grafik 9">
              <a:extLst>
                <a:ext uri="{FF2B5EF4-FFF2-40B4-BE49-F238E27FC236}">
                  <a16:creationId xmlns:a16="http://schemas.microsoft.com/office/drawing/2014/main" id="{FD7A4790-53F8-44AD-B4D7-867D12B3CFB1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360B4408-9AA2-45E3-BA56-27796B0DA924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A4F7D52C-F51B-4EFD-812F-B2EE83A760E2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EC28B88-2DCA-403B-A59C-F6B806C02DBB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8EA9E0D8-953E-4386-A47D-85043DF818F8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9" name="Textplatzhalter 3">
            <a:extLst>
              <a:ext uri="{FF2B5EF4-FFF2-40B4-BE49-F238E27FC236}">
                <a16:creationId xmlns:a16="http://schemas.microsoft.com/office/drawing/2014/main" id="{B5D41B38-F074-CA45-A2A6-6B6A14B25E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25578" y="1089025"/>
            <a:ext cx="399772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2271488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zwei Bilder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CBB2739F-531B-406E-B9AE-7F5955A4C086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10BD749C-F32D-4FA0-8B2F-E4376F4459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bk object 18">
              <a:extLst>
                <a:ext uri="{FF2B5EF4-FFF2-40B4-BE49-F238E27FC236}">
                  <a16:creationId xmlns:a16="http://schemas.microsoft.com/office/drawing/2014/main" id="{75AD1741-5FE5-4A33-9577-F1F4588F6C9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Holder 3">
              <a:extLst>
                <a:ext uri="{FF2B5EF4-FFF2-40B4-BE49-F238E27FC236}">
                  <a16:creationId xmlns:a16="http://schemas.microsoft.com/office/drawing/2014/main" id="{BF81CE3E-1239-4D0D-8337-4AABB0EB94B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579" y="330910"/>
            <a:ext cx="2727787" cy="452322"/>
          </a:xfrm>
        </p:spPr>
        <p:txBody>
          <a:bodyPr/>
          <a:lstStyle/>
          <a:p>
            <a:r>
              <a:rPr lang="de-DE" dirty="0"/>
              <a:t>Inhalt + 2 Bilder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79038B0-AD42-42B7-8D15-303CEBA1DC4C}"/>
              </a:ext>
            </a:extLst>
          </p:cNvPr>
          <p:cNvCxnSpPr>
            <a:cxnSpLocks/>
          </p:cNvCxnSpPr>
          <p:nvPr userDrawn="1"/>
        </p:nvCxnSpPr>
        <p:spPr>
          <a:xfrm>
            <a:off x="4625975" y="974732"/>
            <a:ext cx="272739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9464C44-AFA3-4DC5-AA03-2798F14ED87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4276259" cy="243114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E691ED2-3E52-4E4A-9F7C-C8A1129667C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0" y="2493863"/>
            <a:ext cx="4276259" cy="2421037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49" name="Textplatzhalter 6">
            <a:extLst>
              <a:ext uri="{FF2B5EF4-FFF2-40B4-BE49-F238E27FC236}">
                <a16:creationId xmlns:a16="http://schemas.microsoft.com/office/drawing/2014/main" id="{7826728D-0439-4A76-A6FC-AAE7B4BDFA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5578" y="1422400"/>
            <a:ext cx="4000268" cy="34877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grpSp>
        <p:nvGrpSpPr>
          <p:cNvPr id="43" name="Grafik 9">
            <a:extLst>
              <a:ext uri="{FF2B5EF4-FFF2-40B4-BE49-F238E27FC236}">
                <a16:creationId xmlns:a16="http://schemas.microsoft.com/office/drawing/2014/main" id="{076F09CB-2CC2-4309-BDB1-67804947A214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5" name="Grafik 9">
              <a:extLst>
                <a:ext uri="{FF2B5EF4-FFF2-40B4-BE49-F238E27FC236}">
                  <a16:creationId xmlns:a16="http://schemas.microsoft.com/office/drawing/2014/main" id="{AE4D5FB2-1354-4A1C-9AC6-94BA47AFA657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FE59B463-359E-41D0-BD04-1F9F20933BC7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0FB2DBB2-6B23-44DE-BAFF-BA7815BDA3A9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0F2E9D98-4AD9-4DB8-99C6-0DF7955D45B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D351D8E0-4F29-4BBF-9D49-14AAEB93E919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DCB72BFE-8B60-40AD-87F8-487863D43F75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52E0BA5A-CC65-4BB8-81BB-4CB15A4D8CF1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359051EF-44DD-407B-AE1C-A76EDF0E837C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7" name="Freihandform: Form 46">
              <a:extLst>
                <a:ext uri="{FF2B5EF4-FFF2-40B4-BE49-F238E27FC236}">
                  <a16:creationId xmlns:a16="http://schemas.microsoft.com/office/drawing/2014/main" id="{C0514696-52F1-48B2-96C8-A3E4798980DC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E0DDF57D-AA32-45B9-BDC9-86A24A39DB9E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1" name="Grafik 9">
              <a:extLst>
                <a:ext uri="{FF2B5EF4-FFF2-40B4-BE49-F238E27FC236}">
                  <a16:creationId xmlns:a16="http://schemas.microsoft.com/office/drawing/2014/main" id="{E7679A7C-9589-4CF8-9F8D-7E3A97D84278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C32EB792-112B-4098-B905-0403E3AB3D3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2364557F-298E-4BF1-8A6D-06EF159C2726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9C8A17D1-D5DE-42B7-8090-E7E649D8A805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3" name="Grafik 9">
              <a:extLst>
                <a:ext uri="{FF2B5EF4-FFF2-40B4-BE49-F238E27FC236}">
                  <a16:creationId xmlns:a16="http://schemas.microsoft.com/office/drawing/2014/main" id="{36D757E1-23B8-4B97-B880-F711EC0DB08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E1960764-ED10-4D2C-88D0-696068264BC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E6C9C067-792C-4C17-A5B3-D48C1665DD24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960872F2-485E-4F8B-8FCC-FC63006E79D3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4E07D7C9-0535-4673-8091-4F17D0B62650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9B0B4093-9FAE-4FEC-9671-D0091528BD5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61" name="Grafik 9">
              <a:extLst>
                <a:ext uri="{FF2B5EF4-FFF2-40B4-BE49-F238E27FC236}">
                  <a16:creationId xmlns:a16="http://schemas.microsoft.com/office/drawing/2014/main" id="{D5D00B8F-439D-4A9C-AC31-D90D9CFAFF16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A0B59116-9AC3-488B-B418-57F05127DD42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ED6E8E7E-1035-4870-8608-70848BB2B703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0A256F68-56C7-4D5B-BCCD-3A6858B05732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4EEEE710-875E-4346-9F6D-CFFB3EF72B3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40" name="Textplatzhalter 3">
            <a:extLst>
              <a:ext uri="{FF2B5EF4-FFF2-40B4-BE49-F238E27FC236}">
                <a16:creationId xmlns:a16="http://schemas.microsoft.com/office/drawing/2014/main" id="{28366CDA-53C4-C445-BB35-C76A6EF75D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23032" y="1089025"/>
            <a:ext cx="4000268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479887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1" userDrawn="1">
          <p15:clr>
            <a:srgbClr val="FBAE40"/>
          </p15:clr>
        </p15:guide>
        <p15:guide id="2" orient="horz" pos="153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2 Bilder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33C81B-6C39-4BD5-9BF9-8617341D801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1422400"/>
            <a:ext cx="454461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15B8044-0142-42E8-8428-B098000CEBD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99384" y="1422400"/>
            <a:ext cx="454461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FC4DC007-2365-A648-88B1-D6FDE125CD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662697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97" userDrawn="1">
          <p15:clr>
            <a:srgbClr val="FBAE40"/>
          </p15:clr>
        </p15:guide>
        <p15:guide id="3" pos="28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3 Bilder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021923-B745-4638-A634-E1DA375F90E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1422399"/>
            <a:ext cx="2978945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47556F71-EDA3-472E-9372-CE0F4A69672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032522" y="1422400"/>
            <a:ext cx="307895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C1ADC803-A245-408E-AB12-EC54C19B510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65058" y="1422400"/>
            <a:ext cx="2978943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58BC8DE0-A3EE-804D-838F-898D4F788B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736764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0" userDrawn="1">
          <p15:clr>
            <a:srgbClr val="FBAE40"/>
          </p15:clr>
        </p15:guide>
        <p15:guide id="3" pos="3850" userDrawn="1">
          <p15:clr>
            <a:srgbClr val="FBAE40"/>
          </p15:clr>
        </p15:guide>
        <p15:guide id="4" pos="3884" userDrawn="1">
          <p15:clr>
            <a:srgbClr val="FBAE40"/>
          </p15:clr>
        </p15:guide>
        <p15:guide id="5" pos="187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+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Großes Bild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40F789-6719-4203-8D60-D2478F65170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0" y="1422399"/>
            <a:ext cx="9144000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75616D54-86F2-9449-AA54-998236971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680941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014" userDrawn="1">
          <p15:clr>
            <a:srgbClr val="FBAE40"/>
          </p15:clr>
        </p15:guide>
        <p15:guide id="3" pos="2863" userDrawn="1">
          <p15:clr>
            <a:srgbClr val="FBAE40"/>
          </p15:clr>
        </p15:guide>
        <p15:guide id="4" pos="2897" userDrawn="1">
          <p15:clr>
            <a:srgbClr val="FBAE40"/>
          </p15:clr>
        </p15:guide>
        <p15:guide id="5" pos="1928" userDrawn="1">
          <p15:clr>
            <a:srgbClr val="FBAE40"/>
          </p15:clr>
        </p15:guide>
        <p15:guide id="6" pos="1894" userDrawn="1">
          <p15:clr>
            <a:srgbClr val="FBAE40"/>
          </p15:clr>
        </p15:guide>
        <p15:guide id="7" pos="958" userDrawn="1">
          <p15:clr>
            <a:srgbClr val="FBAE40"/>
          </p15:clr>
        </p15:guide>
        <p15:guide id="8" pos="924" userDrawn="1">
          <p15:clr>
            <a:srgbClr val="FBAE40"/>
          </p15:clr>
        </p15:guide>
        <p15:guide id="9" pos="4309" userDrawn="1">
          <p15:clr>
            <a:srgbClr val="FBAE40"/>
          </p15:clr>
        </p15:guide>
        <p15:guide id="10" pos="434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(bearbeiten)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D803084A-5ADB-8145-8DBF-2148A08267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235274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(bearbeiten)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3771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9286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+ Heine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4F2D883D-86A1-4B38-BBBC-81F258AD3664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A0B87E1F-4D99-4450-9167-085B1ECC6BB2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29147ACE-4C7A-4AC3-A60F-A813EE08D57E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3187F65C-802F-454B-B4D7-B16EEF26A6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2920" y="3034543"/>
            <a:ext cx="4779587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3731958" cy="491490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4667E34A-CC7E-4835-9AC5-FE237F81C03D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626385F0-EFB3-4177-8D2F-2F9907091087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6808F36E-77C0-40F5-86F8-7030FC5D0DFD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46CD7CF4-F97B-47E8-A3F8-5B427518485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5C9615FD-3950-4AAF-91D1-B7E0D1523EB1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6D61BCB8-A392-44BE-9B58-0C8894F2C6E3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5651F35B-CB90-42B4-A471-984346A049EA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8CE6B607-72CF-4173-94CC-C59F836899D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500087AB-383E-4624-A927-873B03065E80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22AA03D7-3F03-4C4F-A0C9-836B56272C8C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908EC93F-835E-4D0F-A675-2F99EC043AA5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2CEF44ED-A72E-4351-9881-F8B58E7CA517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38C57ED4-5249-44F6-A846-8A50E1B0A8A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A3174859-C1AB-4E2C-AD75-5F35D1D33C1A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2C5BCA75-4F93-46B4-878A-E68AC698764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BCECBBC6-DE4D-4DC8-8D21-F5528013426A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BCE4B876-F0A5-4F73-BBFF-C3F17D7B5C7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5E2AB3D-28C9-4DA2-9CAC-58EAE4EB09DB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DA3BF75-3E56-4B78-B7D6-F84532C639D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33376168-99F8-4715-AF4C-8EE786D54481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EC324BE3-07EF-4C6E-9A11-992391FDED69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2E5DE4CB-903E-4460-9F03-DE6427A3C0A8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44D50118-5ACB-41E0-AC63-9E2D51DEF863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8E08ECA6-CD33-45EB-90A7-60C724D72EE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4E5B9455-EFA6-4E2C-ADFA-01DEA81D9373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E6E39BDF-EF42-4AB6-B762-15EEF4205FD7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CE13B148-0823-5B43-8A0E-5E7CA97610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4989" y="400420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7" name="Bildplatzhalter 4">
            <a:extLst>
              <a:ext uri="{FF2B5EF4-FFF2-40B4-BE49-F238E27FC236}">
                <a16:creationId xmlns:a16="http://schemas.microsoft.com/office/drawing/2014/main" id="{D683DF22-D1D8-1E49-BAFA-D5A1DD9A84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43714" y="3944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299A59BA-AFBC-5240-9675-0BE075D174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6E20D846-4FF9-AC41-BF41-CEE6E2A08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A849AFAA-CFDD-4649-874D-F4E9C02357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</p:spTree>
    <p:extLst>
      <p:ext uri="{BB962C8B-B14F-4D97-AF65-F5344CB8AC3E}">
        <p14:creationId xmlns:p14="http://schemas.microsoft.com/office/powerpoint/2010/main" val="22072670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7304" y="3034543"/>
            <a:ext cx="5735203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28A21B8F-6E69-4E11-AFD3-54EC4D2DD560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D38F2AA7-E6E5-436E-8E36-7603834951D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CEE46D69-7B6E-4033-9F52-F87603FD3DC4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BDAE65FC-F144-4EB4-BDE1-439A96EEE0C4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 dirty="0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D3DBEDEF-DBC0-4148-9FDD-21C8CA8A0A9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32B50B26-A8AC-4560-90A5-3EA0F8790AC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E672BC32-FFA3-4CA6-A563-DD6F9BC119AB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9D229350-21C3-418C-96E5-56B9BC68276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B2C3CB2-9BD9-4C7F-A03D-9FAC1547D206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C34D53EC-E9A8-4321-AADF-45F3327CFD78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43A49C16-A28B-4031-A77C-89AAA332D02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6648D76C-F5E6-4559-8E7C-C8AC6A349ECC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72294CCB-ECFF-408E-9DE3-9CFD213367B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8C858B51-A8C9-432A-9282-705400CDA1E4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50DEC09-33CF-46B7-8919-E68733DA60E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76E6A984-C52F-41F6-89DA-473E7CC811C1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F56B1511-9094-47FA-A7FF-42BAE978C4B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71AA2D1-C758-44FC-9F5A-F60912B8F482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9FFC4BE-782B-4407-ABB2-26B7AB21968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5558C76-36A1-4709-91E4-31D73F769E5E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14203DE1-A9F0-4D64-93D7-6F1193FCCD92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C9404E57-FC61-463D-95D1-ADB8769BB660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98FC7513-1A8D-48DA-B31B-27CFF283C2A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C99C6873-07A7-4B6A-8391-A221663427C6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38E9FDA-632B-45E0-B5F5-238D39870ED1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62FEBD5E-81F2-4B87-AF0E-C85931DA9405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CB4FCE89-4ECE-184E-897C-4631FB0C0D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3312" y="394879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1123C5FD-FD36-EF46-A7BE-730ECD0226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3259" y="3948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76763FB6-F29F-6E45-A8AF-56E9738E6C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1" name="Bildplatzhalter 4">
            <a:extLst>
              <a:ext uri="{FF2B5EF4-FFF2-40B4-BE49-F238E27FC236}">
                <a16:creationId xmlns:a16="http://schemas.microsoft.com/office/drawing/2014/main" id="{A1AF13E3-064D-6244-AEC0-7A7D21E29C7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2" name="Bildplatzhalter 4">
            <a:extLst>
              <a:ext uri="{FF2B5EF4-FFF2-40B4-BE49-F238E27FC236}">
                <a16:creationId xmlns:a16="http://schemas.microsoft.com/office/drawing/2014/main" id="{1472E981-D1BB-BD49-8ED3-BA240E3D17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</p:spTree>
    <p:extLst>
      <p:ext uri="{BB962C8B-B14F-4D97-AF65-F5344CB8AC3E}">
        <p14:creationId xmlns:p14="http://schemas.microsoft.com/office/powerpoint/2010/main" val="36723533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4279" y="3034543"/>
            <a:ext cx="4968228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28A21B8F-6E69-4E11-AFD3-54EC4D2DD560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D38F2AA7-E6E5-436E-8E36-7603834951D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CEE46D69-7B6E-4033-9F52-F87603FD3DC4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BDAE65FC-F144-4EB4-BDE1-439A96EEE0C4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 dirty="0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D3DBEDEF-DBC0-4148-9FDD-21C8CA8A0A9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32B50B26-A8AC-4560-90A5-3EA0F8790AC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E672BC32-FFA3-4CA6-A563-DD6F9BC119AB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9D229350-21C3-418C-96E5-56B9BC68276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B2C3CB2-9BD9-4C7F-A03D-9FAC1547D206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C34D53EC-E9A8-4321-AADF-45F3327CFD78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43A49C16-A28B-4031-A77C-89AAA332D02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6648D76C-F5E6-4559-8E7C-C8AC6A349ECC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72294CCB-ECFF-408E-9DE3-9CFD213367B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8C858B51-A8C9-432A-9282-705400CDA1E4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50DEC09-33CF-46B7-8919-E68733DA60E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76E6A984-C52F-41F6-89DA-473E7CC811C1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F56B1511-9094-47FA-A7FF-42BAE978C4B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71AA2D1-C758-44FC-9F5A-F60912B8F482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9FFC4BE-782B-4407-ABB2-26B7AB21968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5558C76-36A1-4709-91E4-31D73F769E5E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14203DE1-A9F0-4D64-93D7-6F1193FCCD92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C9404E57-FC61-463D-95D1-ADB8769BB660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98FC7513-1A8D-48DA-B31B-27CFF283C2A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C99C6873-07A7-4B6A-8391-A221663427C6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38E9FDA-632B-45E0-B5F5-238D39870ED1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62FEBD5E-81F2-4B87-AF0E-C85931DA9405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CB4FCE89-4ECE-184E-897C-4631FB0C0D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3312" y="394879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1123C5FD-FD36-EF46-A7BE-730ECD0226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3259" y="3948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76763FB6-F29F-6E45-A8AF-56E9738E6C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1" name="Bildplatzhalter 4">
            <a:extLst>
              <a:ext uri="{FF2B5EF4-FFF2-40B4-BE49-F238E27FC236}">
                <a16:creationId xmlns:a16="http://schemas.microsoft.com/office/drawing/2014/main" id="{A1AF13E3-064D-6244-AEC0-7A7D21E29C7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2" name="Bildplatzhalter 4">
            <a:extLst>
              <a:ext uri="{FF2B5EF4-FFF2-40B4-BE49-F238E27FC236}">
                <a16:creationId xmlns:a16="http://schemas.microsoft.com/office/drawing/2014/main" id="{1472E981-D1BB-BD49-8ED3-BA240E3D17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3" name="Inhaltsplatzhalter 3">
            <a:extLst>
              <a:ext uri="{FF2B5EF4-FFF2-40B4-BE49-F238E27FC236}">
                <a16:creationId xmlns:a16="http://schemas.microsoft.com/office/drawing/2014/main" id="{EA02FDF1-F7DB-BE48-B1B0-7B94721FC31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0" y="1422400"/>
            <a:ext cx="3491880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6474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2B04C92-175E-41BA-89CE-B2785D9E3855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AFB087C7-FC7D-4892-B0D6-EA804CF535F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bk object 18">
              <a:extLst>
                <a:ext uri="{FF2B5EF4-FFF2-40B4-BE49-F238E27FC236}">
                  <a16:creationId xmlns:a16="http://schemas.microsoft.com/office/drawing/2014/main" id="{FA50712F-6C72-4330-A489-54C0FA78213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Holder 3">
              <a:extLst>
                <a:ext uri="{FF2B5EF4-FFF2-40B4-BE49-F238E27FC236}">
                  <a16:creationId xmlns:a16="http://schemas.microsoft.com/office/drawing/2014/main" id="{390EDD11-ED96-4F2C-BB78-7CE69D30A0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03D4771-8BB8-4FA1-A2DA-170FCFE2056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6594" y="330910"/>
            <a:ext cx="6826772" cy="45232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2F5159-1DFE-4F9C-BE85-E97D32EA19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1550" y="1422399"/>
            <a:ext cx="8100956" cy="3423465"/>
          </a:xfrm>
          <a:prstGeom prst="rect">
            <a:avLst/>
          </a:prstGeom>
        </p:spPr>
        <p:txBody>
          <a:bodyPr vert="horz" lIns="0" tIns="7200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64DE2C-9DE8-411C-83C3-1274BB370203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35496" y="4975579"/>
            <a:ext cx="337406" cy="1486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C549DC-12B4-40A5-A309-CF801E18C8D4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628650" y="4975579"/>
            <a:ext cx="7129704" cy="1486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9F45371-9B7D-4505-A4D1-3E02BE436A0C}"/>
              </a:ext>
            </a:extLst>
          </p:cNvPr>
          <p:cNvCxnSpPr>
            <a:cxnSpLocks/>
          </p:cNvCxnSpPr>
          <p:nvPr userDrawn="1"/>
        </p:nvCxnSpPr>
        <p:spPr>
          <a:xfrm>
            <a:off x="521551" y="974732"/>
            <a:ext cx="5634625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afik 9">
            <a:extLst>
              <a:ext uri="{FF2B5EF4-FFF2-40B4-BE49-F238E27FC236}">
                <a16:creationId xmlns:a16="http://schemas.microsoft.com/office/drawing/2014/main" id="{A240364D-AE4D-440E-88A8-B05FF302FB9D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2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21" name="Freihandform: Form 20">
                <a:extLst>
                  <a:ext uri="{FF2B5EF4-FFF2-40B4-BE49-F238E27FC236}">
                    <a16:creationId xmlns:a16="http://schemas.microsoft.com/office/drawing/2014/main" id="{C5CA81CC-0A8C-4F0A-898F-756081956301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2" name="Freihandform: Form 21">
                <a:extLst>
                  <a:ext uri="{FF2B5EF4-FFF2-40B4-BE49-F238E27FC236}">
                    <a16:creationId xmlns:a16="http://schemas.microsoft.com/office/drawing/2014/main" id="{1076D363-C034-4E14-9F45-AC0FCE1EDB1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 dirty="0"/>
              </a:p>
            </p:txBody>
          </p:sp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594D7886-9B36-4085-8FC4-E5D73FFB04FF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4" name="Freihandform: Form 23">
                <a:extLst>
                  <a:ext uri="{FF2B5EF4-FFF2-40B4-BE49-F238E27FC236}">
                    <a16:creationId xmlns:a16="http://schemas.microsoft.com/office/drawing/2014/main" id="{34A71752-C6CB-41A1-9ED4-535445E5CA2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0B449204-D2C5-46C7-9446-78CB3AE33C0F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6" name="Freihandform: Form 25">
                <a:extLst>
                  <a:ext uri="{FF2B5EF4-FFF2-40B4-BE49-F238E27FC236}">
                    <a16:creationId xmlns:a16="http://schemas.microsoft.com/office/drawing/2014/main" id="{836500CA-7AFD-48CA-B6D3-0D77161C68B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7016B36-B092-4AFD-B601-383B7784BFBF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1A46A87-4807-4767-B647-E3EC036BC92A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59FDC7EA-9A66-40BA-AEEF-50B9422FB283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3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EDC61321-1CDD-47FE-82F4-EC44AE05670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8F89A53-4AB3-4A93-B3CB-37874A98D1FD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58E0EDC8-E74F-4551-8BD2-939CC38E7C3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34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9D8C1F22-3E98-4749-B684-AA127651774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1C3B0773-417D-4813-BD67-9BC2D01A3929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1B5CEBB8-8410-4826-A2E1-C3C323E13940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C2141CF3-1E59-49AE-B4F4-71225DE8DBD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77A4FE29-4562-4C15-8839-87F3DA744A7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4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499DC055-1C0A-47CE-BA62-2B92DDA092AF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CFC50087-AE06-4FC3-BF14-DD98E5DF1E5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21874895-4ADB-4607-9955-2800059B66C0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CCA96FB2-00D1-437E-BC9E-014BF2485AA3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</p:grp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883162FD-5920-459D-B957-31A263988D88}"/>
              </a:ext>
            </a:extLst>
          </p:cNvPr>
          <p:cNvSpPr/>
          <p:nvPr userDrawn="1"/>
        </p:nvSpPr>
        <p:spPr>
          <a:xfrm>
            <a:off x="-4877" y="407792"/>
            <a:ext cx="337406" cy="294925"/>
          </a:xfrm>
          <a:custGeom>
            <a:avLst/>
            <a:gdLst>
              <a:gd name="connsiteX0" fmla="*/ 0 w 152234"/>
              <a:gd name="connsiteY0" fmla="*/ 134353 h 132902"/>
              <a:gd name="connsiteX1" fmla="*/ 84816 w 152234"/>
              <a:gd name="connsiteY1" fmla="*/ 134353 h 132902"/>
              <a:gd name="connsiteX2" fmla="*/ 152234 w 152234"/>
              <a:gd name="connsiteY2" fmla="*/ 67176 h 132902"/>
              <a:gd name="connsiteX3" fmla="*/ 84816 w 152234"/>
              <a:gd name="connsiteY3" fmla="*/ 0 h 132902"/>
              <a:gd name="connsiteX4" fmla="*/ 0 w 152234"/>
              <a:gd name="connsiteY4" fmla="*/ 0 h 132902"/>
              <a:gd name="connsiteX5" fmla="*/ 0 w 152234"/>
              <a:gd name="connsiteY5" fmla="*/ 134353 h 13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1"/>
          </a:p>
        </p:txBody>
      </p:sp>
    </p:spTree>
    <p:extLst>
      <p:ext uri="{BB962C8B-B14F-4D97-AF65-F5344CB8AC3E}">
        <p14:creationId xmlns:p14="http://schemas.microsoft.com/office/powerpoint/2010/main" val="183421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6" r:id="rId7"/>
    <p:sldLayoutId id="2147483697" r:id="rId8"/>
    <p:sldLayoutId id="2147483698" r:id="rId9"/>
    <p:sldLayoutId id="2147483721" r:id="rId10"/>
    <p:sldLayoutId id="2147483699" r:id="rId11"/>
    <p:sldLayoutId id="2147483700" r:id="rId12"/>
    <p:sldLayoutId id="2147483722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4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3" r:id="rId3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274638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Wingdings 2" panose="05020102010507070707" pitchFamily="18" charset="2"/>
        <a:buChar char="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1" userDrawn="1">
          <p15:clr>
            <a:srgbClr val="F26B43"/>
          </p15:clr>
        </p15:guide>
        <p15:guide id="4" pos="329" userDrawn="1">
          <p15:clr>
            <a:srgbClr val="F26B43"/>
          </p15:clr>
        </p15:guide>
        <p15:guide id="5" pos="5432" userDrawn="1">
          <p15:clr>
            <a:srgbClr val="F26B43"/>
          </p15:clr>
        </p15:guide>
        <p15:guide id="6" orient="horz" pos="686" userDrawn="1">
          <p15:clr>
            <a:srgbClr val="F26B43"/>
          </p15:clr>
        </p15:guide>
        <p15:guide id="7" orient="horz" pos="3096" userDrawn="1">
          <p15:clr>
            <a:srgbClr val="F26B43"/>
          </p15:clr>
        </p15:guide>
        <p15:guide id="9" orient="horz" pos="3121" userDrawn="1">
          <p15:clr>
            <a:srgbClr val="F26B43"/>
          </p15:clr>
        </p15:guide>
        <p15:guide id="10" orient="horz" pos="8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GPC_Trennung_Cartoon.gif" TargetMode="External"/><Relationship Id="rId2" Type="http://schemas.openxmlformats.org/officeDocument/2006/relationships/hyperlink" Target="https://freesvg.org/filled-nmr-tube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en.wikipedia.org/wiki/Soxhlet_extractor#/media/File:Soxhlet_mechanism.gif" TargetMode="External"/><Relationship Id="rId5" Type="http://schemas.openxmlformats.org/officeDocument/2006/relationships/hyperlink" Target="https://www.teledynevisionsolutions.com/de-de/learn/learning-center/scientific-imaging/introduction-to-x-ray-diffraction/" TargetMode="External"/><Relationship Id="rId4" Type="http://schemas.openxmlformats.org/officeDocument/2006/relationships/hyperlink" Target="https://www.mt.com/ch/de/home/applications/L1_AutoChem_Applications/Raman-Spectroscopy/raman-vs-ir-spectroscop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el 100">
            <a:extLst>
              <a:ext uri="{FF2B5EF4-FFF2-40B4-BE49-F238E27FC236}">
                <a16:creationId xmlns:a16="http://schemas.microsoft.com/office/drawing/2014/main" id="{6ABA10D6-0652-4B42-A35F-CF9E0DD12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288" y="2608737"/>
            <a:ext cx="8005904" cy="604640"/>
          </a:xfrm>
        </p:spPr>
        <p:txBody>
          <a:bodyPr anchor="b">
            <a:normAutofit/>
          </a:bodyPr>
          <a:lstStyle/>
          <a:p>
            <a:r>
              <a:rPr lang="en-GB" sz="2500" noProof="0" dirty="0"/>
              <a:t>Characterizing Crosslinked Polymer Networks</a:t>
            </a:r>
            <a:br>
              <a:rPr lang="en-GB" sz="2500" noProof="0" dirty="0"/>
            </a:br>
            <a:r>
              <a:rPr lang="en-GB" sz="1600" noProof="0" dirty="0"/>
              <a:t>by </a:t>
            </a:r>
            <a:r>
              <a:rPr lang="en-GB" sz="1600" noProof="0" dirty="0" err="1"/>
              <a:t>Rajawasam</a:t>
            </a:r>
            <a:r>
              <a:rPr lang="en-GB" sz="1600" noProof="0" dirty="0"/>
              <a:t>, </a:t>
            </a:r>
            <a:r>
              <a:rPr lang="en-GB" sz="1600" noProof="0" dirty="0" err="1"/>
              <a:t>Chamoni</a:t>
            </a:r>
            <a:r>
              <a:rPr lang="en-GB" sz="1600" noProof="0" dirty="0"/>
              <a:t> WH, et al.</a:t>
            </a:r>
            <a:endParaRPr lang="en-GB" sz="2500" noProof="0" dirty="0"/>
          </a:p>
        </p:txBody>
      </p:sp>
      <p:sp>
        <p:nvSpPr>
          <p:cNvPr id="102" name="Untertitel 101">
            <a:extLst>
              <a:ext uri="{FF2B5EF4-FFF2-40B4-BE49-F238E27FC236}">
                <a16:creationId xmlns:a16="http://schemas.microsoft.com/office/drawing/2014/main" id="{A9C4E376-BA12-7D43-96B4-4F6C54848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288" y="3799061"/>
            <a:ext cx="2830329" cy="214558"/>
          </a:xfrm>
        </p:spPr>
        <p:txBody>
          <a:bodyPr>
            <a:normAutofit/>
          </a:bodyPr>
          <a:lstStyle/>
          <a:p>
            <a:r>
              <a:rPr lang="en-GB" sz="1400" noProof="0" dirty="0"/>
              <a:t>presented by Lena Aßmann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5FFED02-D608-CAF5-D3A6-AD50E2BC8C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32250"/>
          <a:stretch>
            <a:fillRect/>
          </a:stretch>
        </p:blipFill>
        <p:spPr>
          <a:xfrm>
            <a:off x="3352617" y="264967"/>
            <a:ext cx="5668426" cy="2160240"/>
          </a:xfrm>
          <a:prstGeom prst="rect">
            <a:avLst/>
          </a:prstGeom>
          <a:noFill/>
        </p:spPr>
      </p:pic>
      <p:sp>
        <p:nvSpPr>
          <p:cNvPr id="132" name="Textplatzhalter 131">
            <a:extLst>
              <a:ext uri="{FF2B5EF4-FFF2-40B4-BE49-F238E27FC236}">
                <a16:creationId xmlns:a16="http://schemas.microsoft.com/office/drawing/2014/main" id="{13915252-8486-BE43-A525-942B4DD0B9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2288" y="4459481"/>
            <a:ext cx="1169392" cy="274183"/>
          </a:xfrm>
        </p:spPr>
        <p:txBody>
          <a:bodyPr>
            <a:normAutofit/>
          </a:bodyPr>
          <a:lstStyle/>
          <a:p>
            <a:r>
              <a:rPr lang="en-GB" noProof="0" dirty="0"/>
              <a:t>24.07.2026</a:t>
            </a:r>
          </a:p>
        </p:txBody>
      </p:sp>
    </p:spTree>
    <p:extLst>
      <p:ext uri="{BB962C8B-B14F-4D97-AF65-F5344CB8AC3E}">
        <p14:creationId xmlns:p14="http://schemas.microsoft.com/office/powerpoint/2010/main" val="1701597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84BF39-C791-2953-C260-2F91CF203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Different areas of characterization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7854BD5-4246-2D11-1C44-70E9EF5D26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92D4C5F-30C7-E53B-E0AA-F5FD928F9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pic>
        <p:nvPicPr>
          <p:cNvPr id="7" name="Inhaltsplatzhalter 6" descr="The caption contains a description of this image.">
            <a:extLst>
              <a:ext uri="{FF2B5EF4-FFF2-40B4-BE49-F238E27FC236}">
                <a16:creationId xmlns:a16="http://schemas.microsoft.com/office/drawing/2014/main" id="{020F1501-575F-9AD9-5582-71409332B948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2411760" y="1020527"/>
            <a:ext cx="4663397" cy="379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27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9A5877D-9743-0E48-F38F-8B280F7C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(1), (2)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C785DA-D177-521F-E622-961D78283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en-GB" noProof="0" smtClean="0"/>
              <a:t>3</a:t>
            </a:fld>
            <a:endParaRPr lang="en-GB" noProof="0" dirty="0"/>
          </a:p>
        </p:txBody>
      </p:sp>
      <p:pic>
        <p:nvPicPr>
          <p:cNvPr id="10" name="Grafik 9" descr="Filled NMR Tube">
            <a:extLst>
              <a:ext uri="{FF2B5EF4-FFF2-40B4-BE49-F238E27FC236}">
                <a16:creationId xmlns:a16="http://schemas.microsoft.com/office/drawing/2014/main" id="{3B4E588F-EDD7-D0B8-77BD-4181CB250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88" y="1510576"/>
            <a:ext cx="2790949" cy="279094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F1A058FC-4F51-AC6B-1390-5E60A5B4A686}"/>
              </a:ext>
            </a:extLst>
          </p:cNvPr>
          <p:cNvSpPr txBox="1"/>
          <p:nvPr/>
        </p:nvSpPr>
        <p:spPr>
          <a:xfrm>
            <a:off x="2046078" y="4481312"/>
            <a:ext cx="1512168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liquid-state NMR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4E37FD2-96E2-ADE2-0490-CE9984E4C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679" y="1510576"/>
            <a:ext cx="1860633" cy="279095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E2330F3F-0E84-4DA0-5A0B-EA3157F2B33D}"/>
              </a:ext>
            </a:extLst>
          </p:cNvPr>
          <p:cNvSpPr txBox="1"/>
          <p:nvPr/>
        </p:nvSpPr>
        <p:spPr>
          <a:xfrm>
            <a:off x="5530459" y="4449135"/>
            <a:ext cx="2553072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size exclusion chromatography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73E6C00D-75DA-2DD2-DF8B-EEC35A1A8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594" y="330910"/>
            <a:ext cx="6826772" cy="452322"/>
          </a:xfrm>
        </p:spPr>
        <p:txBody>
          <a:bodyPr/>
          <a:lstStyle/>
          <a:p>
            <a:r>
              <a:rPr lang="en-GB" sz="2400" noProof="0" dirty="0"/>
              <a:t>Typical analysis of (non-crosslinked) polymers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51DC61C-BDAC-AAB6-5A5B-396A81B9882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162" y="948796"/>
            <a:ext cx="3810000" cy="381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210E7087-1BF5-BFD2-2816-9F7878919DF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1995" y="939345"/>
            <a:ext cx="3810000" cy="3810000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7A8C0951-FB94-507D-6C27-D3464B48D553}"/>
              </a:ext>
            </a:extLst>
          </p:cNvPr>
          <p:cNvSpPr txBox="1"/>
          <p:nvPr/>
        </p:nvSpPr>
        <p:spPr>
          <a:xfrm>
            <a:off x="3838676" y="2589692"/>
            <a:ext cx="1736972" cy="508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not applicable for crosslinked systems</a:t>
            </a:r>
          </a:p>
        </p:txBody>
      </p:sp>
    </p:spTree>
    <p:extLst>
      <p:ext uri="{BB962C8B-B14F-4D97-AF65-F5344CB8AC3E}">
        <p14:creationId xmlns:p14="http://schemas.microsoft.com/office/powerpoint/2010/main" val="2945000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FA104-2B76-B51B-6FE0-4876EC233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Powder-diffraction-1024x630.png">
            <a:extLst>
              <a:ext uri="{FF2B5EF4-FFF2-40B4-BE49-F238E27FC236}">
                <a16:creationId xmlns:a16="http://schemas.microsoft.com/office/drawing/2014/main" id="{6317F10C-818E-4626-FF6A-B73D03116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893" y="1613321"/>
            <a:ext cx="3098670" cy="1906408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38DDFF6F-F50C-105C-BA28-B01112A586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550" y="918741"/>
            <a:ext cx="5634626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24F4EA-4A80-4878-E274-73D1D5BA3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(3), (4)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6F8DDC-0995-9273-3E9B-9109C600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en-GB" noProof="0" smtClean="0"/>
              <a:t>4</a:t>
            </a:fld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CC3D04E-4CF5-3938-A603-FF6D213C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733" y="67562"/>
            <a:ext cx="1541883" cy="1294157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073F485-F2EE-9787-53C4-786295F41923}"/>
              </a:ext>
            </a:extLst>
          </p:cNvPr>
          <p:cNvSpPr txBox="1"/>
          <p:nvPr/>
        </p:nvSpPr>
        <p:spPr>
          <a:xfrm>
            <a:off x="971600" y="4064734"/>
            <a:ext cx="3023401" cy="508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complementary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</a:t>
            </a:r>
            <a:r>
              <a:rPr lang="en-GB" noProof="0" dirty="0" err="1"/>
              <a:t>eal</a:t>
            </a:r>
            <a:r>
              <a:rPr lang="en-GB" noProof="0" dirty="0"/>
              <a:t> time measurements possible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16D7E0-D784-F14F-3D68-A25FA75CA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63" y="1607762"/>
            <a:ext cx="3441539" cy="1911967"/>
          </a:xfrm>
          <a:prstGeom prst="rect">
            <a:avLst/>
          </a:prstGeom>
        </p:spPr>
      </p:pic>
      <p:sp>
        <p:nvSpPr>
          <p:cNvPr id="5" name="Geschweifte Klammer rechts 4">
            <a:extLst>
              <a:ext uri="{FF2B5EF4-FFF2-40B4-BE49-F238E27FC236}">
                <a16:creationId xmlns:a16="http://schemas.microsoft.com/office/drawing/2014/main" id="{55DD5C0B-7350-0751-024D-80BA3673C2A9}"/>
              </a:ext>
            </a:extLst>
          </p:cNvPr>
          <p:cNvSpPr/>
          <p:nvPr/>
        </p:nvSpPr>
        <p:spPr>
          <a:xfrm rot="5400000">
            <a:off x="2267277" y="2253090"/>
            <a:ext cx="432048" cy="3118978"/>
          </a:xfrm>
          <a:prstGeom prst="rightBrace">
            <a:avLst>
              <a:gd name="adj1" fmla="val 47638"/>
              <a:gd name="adj2" fmla="val 50419"/>
            </a:avLst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E1B23E3-5134-EE10-B68D-9BD2DEB85325}"/>
              </a:ext>
            </a:extLst>
          </p:cNvPr>
          <p:cNvSpPr txBox="1"/>
          <p:nvPr/>
        </p:nvSpPr>
        <p:spPr>
          <a:xfrm>
            <a:off x="5290893" y="1764476"/>
            <a:ext cx="720080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dirty="0"/>
              <a:t>PXRD</a:t>
            </a:r>
          </a:p>
        </p:txBody>
      </p:sp>
    </p:spTree>
    <p:extLst>
      <p:ext uri="{BB962C8B-B14F-4D97-AF65-F5344CB8AC3E}">
        <p14:creationId xmlns:p14="http://schemas.microsoft.com/office/powerpoint/2010/main" val="1397574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403AB-30C5-BE17-F999-10FA7887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8070B42-B1AA-D997-5FFB-C3ABB1453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550" y="918741"/>
            <a:ext cx="5634626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2989B64-A2EF-3710-ADFA-8FBCDEE6A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(5)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49BAEC-CD2D-A638-73AA-5B7D75B3A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en-GB" noProof="0" smtClean="0"/>
              <a:t>5</a:t>
            </a:fld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6005F2A-E256-2B3C-BEBB-72EC6979E4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09879" y="67562"/>
            <a:ext cx="1519590" cy="1294157"/>
          </a:xfrm>
          <a:prstGeom prst="rect">
            <a:avLst/>
          </a:prstGeom>
        </p:spPr>
      </p:pic>
      <p:pic>
        <p:nvPicPr>
          <p:cNvPr id="8" name="Grafik 7" descr="The caption contains a description of this image.">
            <a:extLst>
              <a:ext uri="{FF2B5EF4-FFF2-40B4-BE49-F238E27FC236}">
                <a16:creationId xmlns:a16="http://schemas.microsoft.com/office/drawing/2014/main" id="{09D0A00B-DF2D-BD20-EC47-5EB23FE94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143" y="1998861"/>
            <a:ext cx="2995531" cy="115212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66EF02C-C142-44D6-3548-40E928D74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02" y="1096268"/>
            <a:ext cx="1017316" cy="2957314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EA66538F-0386-1FEA-2BB0-37FAA120F9AB}"/>
              </a:ext>
            </a:extLst>
          </p:cNvPr>
          <p:cNvSpPr txBox="1"/>
          <p:nvPr/>
        </p:nvSpPr>
        <p:spPr>
          <a:xfrm>
            <a:off x="228977" y="4053168"/>
            <a:ext cx="13051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100" dirty="0"/>
              <a:t>Soxhlet </a:t>
            </a:r>
            <a:r>
              <a:rPr lang="de-DE" sz="1100" dirty="0" err="1"/>
              <a:t>extraction</a:t>
            </a:r>
            <a:endParaRPr lang="de-DE" sz="11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E177EE6-BC59-D172-B1E6-B6B6D092A638}"/>
              </a:ext>
            </a:extLst>
          </p:cNvPr>
          <p:cNvSpPr txBox="1"/>
          <p:nvPr/>
        </p:nvSpPr>
        <p:spPr>
          <a:xfrm>
            <a:off x="2063796" y="3283727"/>
            <a:ext cx="2004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100" dirty="0"/>
              <a:t>Sol: soluble </a:t>
            </a:r>
            <a:r>
              <a:rPr lang="de-DE" sz="1100" dirty="0" err="1"/>
              <a:t>fraction</a:t>
            </a:r>
            <a:endParaRPr lang="de-DE" sz="1100" dirty="0"/>
          </a:p>
          <a:p>
            <a:pPr marL="285750" indent="-285750" algn="l">
              <a:buFont typeface="Symbol" panose="05050102010706020507" pitchFamily="18" charset="2"/>
              <a:buChar char="-"/>
            </a:pPr>
            <a:r>
              <a:rPr lang="de-DE" sz="1100" dirty="0"/>
              <a:t>monomer &amp; </a:t>
            </a:r>
            <a:r>
              <a:rPr lang="de-DE" sz="1100" dirty="0" err="1"/>
              <a:t>crosslinkers</a:t>
            </a:r>
            <a:endParaRPr lang="de-DE" sz="1100" dirty="0"/>
          </a:p>
          <a:p>
            <a:pPr marL="285750" indent="-285750" algn="l">
              <a:buFont typeface="Symbol" panose="05050102010706020507" pitchFamily="18" charset="2"/>
              <a:buChar char="-"/>
            </a:pPr>
            <a:r>
              <a:rPr lang="de-DE" sz="1100" dirty="0" err="1"/>
              <a:t>oligomers</a:t>
            </a:r>
            <a:endParaRPr lang="de-DE" sz="1100" dirty="0"/>
          </a:p>
          <a:p>
            <a:pPr marL="285750" indent="-285750" algn="l">
              <a:buFont typeface="Symbol" panose="05050102010706020507" pitchFamily="18" charset="2"/>
              <a:buChar char="-"/>
            </a:pPr>
            <a:r>
              <a:rPr lang="de-DE" sz="1100" dirty="0"/>
              <a:t>non-</a:t>
            </a:r>
            <a:r>
              <a:rPr lang="de-DE" sz="1100" dirty="0" err="1"/>
              <a:t>crosslinked</a:t>
            </a:r>
            <a:r>
              <a:rPr lang="de-DE" sz="1100" dirty="0"/>
              <a:t> polymer</a:t>
            </a:r>
          </a:p>
        </p:txBody>
      </p:sp>
      <p:pic>
        <p:nvPicPr>
          <p:cNvPr id="19" name="Grafik 18" descr="The caption contains a description of this image.">
            <a:extLst>
              <a:ext uri="{FF2B5EF4-FFF2-40B4-BE49-F238E27FC236}">
                <a16:creationId xmlns:a16="http://schemas.microsoft.com/office/drawing/2014/main" id="{9BA72481-61B3-3E88-F444-3E4962FCA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001" y="2153950"/>
            <a:ext cx="3932097" cy="841950"/>
          </a:xfrm>
          <a:prstGeom prst="rect">
            <a:avLst/>
          </a:prstGeom>
        </p:spPr>
      </p:pic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B54DEF20-3CBA-5243-9188-3FE484326888}"/>
              </a:ext>
            </a:extLst>
          </p:cNvPr>
          <p:cNvCxnSpPr>
            <a:cxnSpLocks/>
          </p:cNvCxnSpPr>
          <p:nvPr/>
        </p:nvCxnSpPr>
        <p:spPr>
          <a:xfrm flipH="1">
            <a:off x="2483768" y="216934"/>
            <a:ext cx="1584176" cy="1565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CA7AA6BF-1026-7B72-5B3E-9E72BDA9609E}"/>
              </a:ext>
            </a:extLst>
          </p:cNvPr>
          <p:cNvCxnSpPr>
            <a:cxnSpLocks/>
          </p:cNvCxnSpPr>
          <p:nvPr/>
        </p:nvCxnSpPr>
        <p:spPr>
          <a:xfrm>
            <a:off x="5076056" y="342677"/>
            <a:ext cx="1296144" cy="1656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299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01D85-4BE5-2088-C354-49038D6E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9F8676DD-8B44-9438-94E7-8389ED0071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550" y="918741"/>
            <a:ext cx="5634626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2467BB3-939F-BDFB-4F7C-954963AF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95CA17-7972-2F79-6585-173C006F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en-GB" noProof="0" smtClean="0"/>
              <a:t>6</a:t>
            </a:fld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B94B604-9C00-5582-ECD9-5395D044D9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601" y="67562"/>
            <a:ext cx="1518145" cy="12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739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A2469-24D4-E170-A674-3B592D753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7DE994D1-3F1F-09AA-5CCB-7D01F5D797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550" y="918741"/>
            <a:ext cx="5634626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ED3E4B-19A9-91E8-89F7-F51114B6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42ED05-480D-888D-DA1D-B7AAC4CF6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en-GB" noProof="0" smtClean="0"/>
              <a:t>7</a:t>
            </a:fld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046DB68-0D05-473B-BC52-A5713B0A0A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601" y="75090"/>
            <a:ext cx="1518145" cy="127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197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014E3-58AE-59EF-7E66-70A26FD0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1C6F678E-DD8D-130A-1494-643185ABAE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550" y="918741"/>
            <a:ext cx="5634626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090C283-3931-7D63-03CA-B92DE7553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9EC5D7-278E-629E-36A2-4FFC4FE28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en-GB" noProof="0" smtClean="0"/>
              <a:t>8</a:t>
            </a:fld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605A96A-CF92-DE77-C19F-671990D26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4749" y="67562"/>
            <a:ext cx="1509849" cy="12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3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C0C08-7BBC-8078-EE0F-2B6841BF1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56CC85B4-DC38-CCF8-3AC3-15B9B67D19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550" y="918741"/>
            <a:ext cx="5634626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75BF10-7286-9AC8-7CC7-A5CE4848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F7173F-5F20-81EF-4C19-5BFBB259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en-GB" noProof="0" smtClean="0"/>
              <a:t>9</a:t>
            </a:fld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C042E4A-CBA5-4CE1-5945-00C949FB21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10601" y="82080"/>
            <a:ext cx="1518145" cy="126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99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501F93-BFEB-7913-81F3-6B0D3DAB1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Sources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C83B410-F41B-A881-C9AB-DC61644EA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9EDEBD-C0AF-3456-BED7-AB4EE4A8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en-GB" noProof="0" smtClean="0"/>
              <a:t>10</a:t>
            </a:fld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1D59A31-EEF7-02A5-308D-CDA5C41819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arenBoth"/>
            </a:pPr>
            <a:r>
              <a:rPr lang="en-GB" sz="1200" noProof="0" dirty="0">
                <a:hlinkClick r:id="rId2"/>
              </a:rPr>
              <a:t>https://freesvg.org/filled-nmr-tube</a:t>
            </a:r>
            <a:r>
              <a:rPr lang="en-GB" sz="1200" noProof="0" dirty="0"/>
              <a:t> (accessed on 22.07.2026)</a:t>
            </a:r>
          </a:p>
          <a:p>
            <a:pPr marL="342900" indent="-342900">
              <a:buFont typeface="+mj-lt"/>
              <a:buAutoNum type="arabicParenBoth"/>
            </a:pPr>
            <a:r>
              <a:rPr lang="en-GB" sz="1200" dirty="0">
                <a:hlinkClick r:id="rId3"/>
              </a:rPr>
              <a:t>https://commons.wikimedia.org/wiki/File:GPC_Trennung_Cartoon.gif</a:t>
            </a:r>
            <a:r>
              <a:rPr lang="en-GB" sz="1200" dirty="0"/>
              <a:t> (accessed on 22.07.2026)</a:t>
            </a:r>
          </a:p>
          <a:p>
            <a:pPr marL="342900" indent="-342900">
              <a:buFont typeface="+mj-lt"/>
              <a:buAutoNum type="arabicParenBoth"/>
            </a:pPr>
            <a:r>
              <a:rPr lang="en-GB" sz="1200" dirty="0">
                <a:hlinkClick r:id="rId4"/>
              </a:rPr>
              <a:t>https://www.mt.com/ch/de/home/applications/L1_AutoChem_Applications/Raman-Spectroscopy/raman-vs-ir-spectroscopy.html</a:t>
            </a:r>
            <a:r>
              <a:rPr lang="en-GB" sz="1200" dirty="0"/>
              <a:t> (accessed on 22.07.2026)</a:t>
            </a:r>
          </a:p>
          <a:p>
            <a:pPr marL="342900" indent="-342900">
              <a:buFont typeface="+mj-lt"/>
              <a:buAutoNum type="arabicParenBoth"/>
            </a:pPr>
            <a:r>
              <a:rPr lang="en-GB" sz="1200" dirty="0">
                <a:hlinkClick r:id="rId5"/>
              </a:rPr>
              <a:t>https://www.teledynevisionsolutions.com/de-de/learn/learning-center/scientific-imaging/introduction-to-x-ray-diffraction/</a:t>
            </a:r>
            <a:r>
              <a:rPr lang="en-GB" sz="1200" dirty="0"/>
              <a:t> (accessed on 22.07.2026)</a:t>
            </a:r>
          </a:p>
          <a:p>
            <a:pPr marL="342900" indent="-342900">
              <a:buFont typeface="+mj-lt"/>
              <a:buAutoNum type="arabicParenBoth"/>
            </a:pPr>
            <a:r>
              <a:rPr lang="de-DE" sz="1200" dirty="0">
                <a:hlinkClick r:id="rId6"/>
              </a:rPr>
              <a:t>https://en.wikipedia.org/wiki/Soxhlet_extractor#/media/File:Soxhlet_mechanism.gif</a:t>
            </a:r>
            <a:r>
              <a:rPr lang="de-DE" sz="1200" dirty="0"/>
              <a:t> </a:t>
            </a:r>
            <a:r>
              <a:rPr lang="en-GB" sz="1200" dirty="0"/>
              <a:t>(accessed on 22.07.2026)</a:t>
            </a:r>
            <a:endParaRPr lang="de-DE" dirty="0"/>
          </a:p>
          <a:p>
            <a:pPr marL="342900" indent="-342900">
              <a:buFont typeface="+mj-lt"/>
              <a:buAutoNum type="arabicParenBoth"/>
            </a:pPr>
            <a:endParaRPr lang="de-DE" sz="1200" dirty="0"/>
          </a:p>
          <a:p>
            <a:pPr marL="342900" indent="-342900">
              <a:buFont typeface="+mj-lt"/>
              <a:buAutoNum type="arabicParenBoth"/>
            </a:pPr>
            <a:endParaRPr lang="en-GB" sz="1200" dirty="0"/>
          </a:p>
          <a:p>
            <a:pPr marL="342900" indent="-342900">
              <a:buFont typeface="+mj-lt"/>
              <a:buAutoNum type="arabicParenBoth"/>
            </a:pPr>
            <a:endParaRPr lang="en-GB" sz="1200" dirty="0"/>
          </a:p>
          <a:p>
            <a:pPr marL="342900" indent="-342900">
              <a:buFont typeface="+mj-lt"/>
              <a:buAutoNum type="arabicParenBoth"/>
            </a:pPr>
            <a:endParaRPr lang="en-GB" sz="1200" noProof="0" dirty="0"/>
          </a:p>
        </p:txBody>
      </p:sp>
    </p:spTree>
    <p:extLst>
      <p:ext uri="{BB962C8B-B14F-4D97-AF65-F5344CB8AC3E}">
        <p14:creationId xmlns:p14="http://schemas.microsoft.com/office/powerpoint/2010/main" val="3260285368"/>
      </p:ext>
    </p:extLst>
  </p:cSld>
  <p:clrMapOvr>
    <a:masterClrMapping/>
  </p:clrMapOvr>
</p:sld>
</file>

<file path=ppt/theme/theme1.xml><?xml version="1.0" encoding="utf-8"?>
<a:theme xmlns:a="http://schemas.openxmlformats.org/drawingml/2006/main" name="HHU_PPT_Vorlage">
  <a:themeElements>
    <a:clrScheme name="HHU">
      <a:dk1>
        <a:sysClr val="windowText" lastClr="000000"/>
      </a:dk1>
      <a:lt1>
        <a:sysClr val="window" lastClr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_Master_HHU_191127.potx" id="{F3938B69-4255-4D03-9129-AB257F1BA87B}" vid="{D92A2462-9914-4D52-BB8D-CB7AB473941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1F9153-B57D-441A-94D9-6A6B71B18B4E}">
  <we:reference id="wa104381063" version="1.0.0.1" store="de-DE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203</Words>
  <Application>Microsoft Office PowerPoint</Application>
  <PresentationFormat>Benutzerdefiniert</PresentationFormat>
  <Paragraphs>36</Paragraphs>
  <Slides>10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Calibri</vt:lpstr>
      <vt:lpstr>Symbol</vt:lpstr>
      <vt:lpstr>Wingdings 2</vt:lpstr>
      <vt:lpstr>HHU_PPT_Vorlage</vt:lpstr>
      <vt:lpstr>Characterizing Crosslinked Polymer Networks by Rajawasam, Chamoni WH, et al.</vt:lpstr>
      <vt:lpstr>Different areas of characterization</vt:lpstr>
      <vt:lpstr>Typical analysis of (non-crosslinked) polymers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 dolor sit amet</dc:title>
  <dc:creator>Microsoft Office User</dc:creator>
  <cp:lastModifiedBy>Lena-Marie Aßmann</cp:lastModifiedBy>
  <cp:revision>4</cp:revision>
  <dcterms:created xsi:type="dcterms:W3CDTF">2020-09-16T09:44:36Z</dcterms:created>
  <dcterms:modified xsi:type="dcterms:W3CDTF">2026-07-22T13:15:40Z</dcterms:modified>
</cp:coreProperties>
</file>