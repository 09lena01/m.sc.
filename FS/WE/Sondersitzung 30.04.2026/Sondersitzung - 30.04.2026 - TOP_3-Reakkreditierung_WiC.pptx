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256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3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C756C1-F6A8-458B-9EFC-2ACC36E5B749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E6FD12-DD0B-4CE0-B3D4-044B5D0874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0285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Bachelorarbeiten und Qualifizierungsmodul</a:t>
            </a:r>
          </a:p>
          <a:p>
            <a:r>
              <a:rPr lang="de-DE" dirty="0"/>
              <a:t>Termin- bzw. Gruppenwahl bei Modulen mit Gruppenversuchen (z.B. </a:t>
            </a:r>
            <a:r>
              <a:rPr lang="de-DE"/>
              <a:t>FPC, ANA)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E6FD12-DD0B-4CE0-B3D4-044B5D08743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951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B7ECAF-7CB4-A847-0B3F-F9B9138AA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0969DA1-519F-B52F-A1B6-D8E8389A2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21F967-3BCA-9F80-2AF1-131C9D6AE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A5FB-AB5A-409A-9767-4C84094C7F73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7F8A49-86F3-DF19-4540-D071680E1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812A0E-D71C-215A-15E4-B31B1591D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C3F0-24D8-4709-85A0-217E5AF079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210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FE3B44-FB4A-A458-D3EC-8BB567A95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80CEE1-D344-8ABE-12F3-8B7216B86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4120C3-D2A6-4267-A950-C6C299C4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A5FB-AB5A-409A-9767-4C84094C7F73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857990-B205-774D-EE69-2361232C1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FF1CE3-5068-DD0C-7039-AB3AD407F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C3F0-24D8-4709-85A0-217E5AF079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375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F324AA-8AE7-4AD4-89D6-0F878AB97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CEE4666-BD03-71C1-177A-3C1741AA1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AFF919-BF7B-902F-281D-FDF821E8E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A5FB-AB5A-409A-9767-4C84094C7F73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74BA64-A012-3F1D-5D3D-9A14C0D27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B04F85-DD1C-E5D4-F37B-07CFD7452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C3F0-24D8-4709-85A0-217E5AF079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9640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0D6A8A-8A05-0B8A-1381-E7DC4B5DC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134EDC-8C53-0CD2-3783-FC5B412160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562405B-A724-D0CE-7EB7-DEE63E05B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0840B9B-2766-D9BB-19B8-AA5C9FBE6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A5FB-AB5A-409A-9767-4C84094C7F73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932C81F-A31B-839F-6A03-396704F6E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D39C61D-54DF-6C60-1399-0376D1E7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C3F0-24D8-4709-85A0-217E5AF079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1581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31B583-553A-F7CA-FC8C-FD3F077D4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0D28ABA-C62A-6782-ACBB-0BE27EC16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4F0053A-129A-4211-6D4E-1A75D0C2C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43FEA64-646F-7160-0E06-6CFB2D8AE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877844B-4ABE-F5E1-AF5A-56213FB23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F3609E2-A063-96A4-AFE6-22FBBFDBE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A5FB-AB5A-409A-9767-4C84094C7F73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4644559-CA71-9097-1829-8590B2C3B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EA5F0A-D4A0-E3DB-86C4-4F7F0E8AA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C3F0-24D8-4709-85A0-217E5AF079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095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EFD1FD-1C29-E07A-995D-EFAD802BA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CB07DA-96E5-18DC-1704-6052A9135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A5FB-AB5A-409A-9767-4C84094C7F73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EE5D737-A915-559F-C1DE-E8F66BCC7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4E0E81-432C-5C67-6267-E2D691BAE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C3F0-24D8-4709-85A0-217E5AF079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5067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354E1BE-F63A-048A-F6BA-92FF3130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A5FB-AB5A-409A-9767-4C84094C7F73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09A263F-8605-BB24-64FA-85D7CEBF5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9CDB032-3EC5-2164-750F-592194534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C3F0-24D8-4709-85A0-217E5AF079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1565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FB5BE2-D21A-C286-2D31-75D6ECC8A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C2E16C-3083-5716-F11E-06659C0FE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9BA3C64-B42A-0EED-8384-70CAC2C75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98B71E9-EBE1-80B7-6EDB-152C88E71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A5FB-AB5A-409A-9767-4C84094C7F73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0016FDC-0FF5-5519-B1DE-F28598D6B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DEB431D-1C5A-C6E6-9D2D-B77AA7FAA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C3F0-24D8-4709-85A0-217E5AF079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3596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295A74-5AFA-8F4A-5502-39E08A06B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B36AEA5-09B1-798C-BC7D-2653AB083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DFE8A92-8D26-7D8F-EA08-1AD6FB852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C0D1DE-63A6-7781-8CB2-0089AB2D5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A5FB-AB5A-409A-9767-4C84094C7F73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9D96DB1-68B5-A7BC-3827-3F2300A7A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E06401-C6EF-3187-E736-01EB2BA0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C3F0-24D8-4709-85A0-217E5AF079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2428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D42000-EB76-B0F9-267D-3C59D0DEB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7EB3C0F-503A-A73A-3DF3-467DF6CBF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BA7524-8129-67AA-599F-9FB88060F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A5FB-AB5A-409A-9767-4C84094C7F73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25A4D8-B079-33A9-1E8D-7FE31C1F0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AA3252-700B-F4E8-A8A7-7C59C0D15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C3F0-24D8-4709-85A0-217E5AF079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682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684B69E-7D34-9BE9-99B4-390631DCF9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8B10287-6371-C4FA-D10E-815E02144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360868-5884-8648-6CBB-8C2431D6B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A5FB-AB5A-409A-9767-4C84094C7F73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799AFA-8410-D757-7732-E7967D1E9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56F343-0E99-61F9-3D3E-3F92FEBAD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C3F0-24D8-4709-85A0-217E5AF079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1652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CABCBAD4-CDF6-43FE-8861-A06D0882730D}"/>
              </a:ext>
            </a:extLst>
          </p:cNvPr>
          <p:cNvGrpSpPr/>
          <p:nvPr userDrawn="1"/>
        </p:nvGrpSpPr>
        <p:grpSpPr>
          <a:xfrm>
            <a:off x="-6502" y="6593007"/>
            <a:ext cx="12198503" cy="263834"/>
            <a:chOff x="-4877" y="4950860"/>
            <a:chExt cx="9148877" cy="198120"/>
          </a:xfrm>
        </p:grpSpPr>
        <p:sp>
          <p:nvSpPr>
            <p:cNvPr id="29" name="bk object 18">
              <a:extLst>
                <a:ext uri="{FF2B5EF4-FFF2-40B4-BE49-F238E27FC236}">
                  <a16:creationId xmlns:a16="http://schemas.microsoft.com/office/drawing/2014/main" id="{43762DC1-C2FD-42CE-AFEB-715EE62A1F3D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0" name="bk object 18">
              <a:extLst>
                <a:ext uri="{FF2B5EF4-FFF2-40B4-BE49-F238E27FC236}">
                  <a16:creationId xmlns:a16="http://schemas.microsoft.com/office/drawing/2014/main" id="{76098270-8824-46AE-A5C5-CD99A62A1C4C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1" name="Holder 3">
              <a:extLst>
                <a:ext uri="{FF2B5EF4-FFF2-40B4-BE49-F238E27FC236}">
                  <a16:creationId xmlns:a16="http://schemas.microsoft.com/office/drawing/2014/main" id="{3299EB9C-AF93-46B9-874F-99C450B3EDD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13">
                <a:spcBef>
                  <a:spcPts val="7"/>
                </a:spcBef>
              </a:pPr>
              <a:r>
                <a:rPr lang="de-DE" sz="1332" spc="13" dirty="0"/>
                <a:t>hhu.de</a:t>
              </a:r>
            </a:p>
          </p:txBody>
        </p:sp>
      </p:grp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9E7234BE-B4D1-49DA-A717-D084E338DDBA}"/>
              </a:ext>
            </a:extLst>
          </p:cNvPr>
          <p:cNvSpPr/>
          <p:nvPr userDrawn="1"/>
        </p:nvSpPr>
        <p:spPr>
          <a:xfrm>
            <a:off x="2" y="1894195"/>
            <a:ext cx="4223989" cy="4650925"/>
          </a:xfrm>
          <a:custGeom>
            <a:avLst/>
            <a:gdLst>
              <a:gd name="connsiteX0" fmla="*/ 3773588 w 4271120"/>
              <a:gd name="connsiteY0" fmla="*/ 3280579 h 4702819"/>
              <a:gd name="connsiteX1" fmla="*/ 3717970 w 4271120"/>
              <a:gd name="connsiteY1" fmla="*/ 3393838 h 4702819"/>
              <a:gd name="connsiteX2" fmla="*/ 3755385 w 4271120"/>
              <a:gd name="connsiteY2" fmla="*/ 3541480 h 4702819"/>
              <a:gd name="connsiteX3" fmla="*/ 3742240 w 4271120"/>
              <a:gd name="connsiteY3" fmla="*/ 3544514 h 4702819"/>
              <a:gd name="connsiteX4" fmla="*/ 3594598 w 4271120"/>
              <a:gd name="connsiteY4" fmla="*/ 3403951 h 4702819"/>
              <a:gd name="connsiteX5" fmla="*/ 3773588 w 4271120"/>
              <a:gd name="connsiteY5" fmla="*/ 3280579 h 4702819"/>
              <a:gd name="connsiteX6" fmla="*/ 3937409 w 4271120"/>
              <a:gd name="connsiteY6" fmla="*/ 2981250 h 4702819"/>
              <a:gd name="connsiteX7" fmla="*/ 3833252 w 4271120"/>
              <a:gd name="connsiteY7" fmla="*/ 3118780 h 4702819"/>
              <a:gd name="connsiteX8" fmla="*/ 3480327 w 4271120"/>
              <a:gd name="connsiteY8" fmla="*/ 3142039 h 4702819"/>
              <a:gd name="connsiteX9" fmla="*/ 3488417 w 4271120"/>
              <a:gd name="connsiteY9" fmla="*/ 3070240 h 4702819"/>
              <a:gd name="connsiteX10" fmla="*/ 3802914 w 4271120"/>
              <a:gd name="connsiteY10" fmla="*/ 3008554 h 4702819"/>
              <a:gd name="connsiteX11" fmla="*/ 3937409 w 4271120"/>
              <a:gd name="connsiteY11" fmla="*/ 2981250 h 4702819"/>
              <a:gd name="connsiteX12" fmla="*/ 1530647 w 4271120"/>
              <a:gd name="connsiteY12" fmla="*/ 2816671 h 4702819"/>
              <a:gd name="connsiteX13" fmla="*/ 1538737 w 4271120"/>
              <a:gd name="connsiteY13" fmla="*/ 2820463 h 4702819"/>
              <a:gd name="connsiteX14" fmla="*/ 1944246 w 4271120"/>
              <a:gd name="connsiteY14" fmla="*/ 3409008 h 4702819"/>
              <a:gd name="connsiteX15" fmla="*/ 3606733 w 4271120"/>
              <a:gd name="connsiteY15" fmla="*/ 3913618 h 4702819"/>
              <a:gd name="connsiteX16" fmla="*/ 3607744 w 4271120"/>
              <a:gd name="connsiteY16" fmla="*/ 3926765 h 4702819"/>
              <a:gd name="connsiteX17" fmla="*/ 2423576 w 4271120"/>
              <a:gd name="connsiteY17" fmla="*/ 3894405 h 4702819"/>
              <a:gd name="connsiteX18" fmla="*/ 2077731 w 4271120"/>
              <a:gd name="connsiteY18" fmla="*/ 3806426 h 4702819"/>
              <a:gd name="connsiteX19" fmla="*/ 1525591 w 4271120"/>
              <a:gd name="connsiteY19" fmla="*/ 2823496 h 4702819"/>
              <a:gd name="connsiteX20" fmla="*/ 1530647 w 4271120"/>
              <a:gd name="connsiteY20" fmla="*/ 2816671 h 4702819"/>
              <a:gd name="connsiteX21" fmla="*/ 3996062 w 4271120"/>
              <a:gd name="connsiteY21" fmla="*/ 2605067 h 4702819"/>
              <a:gd name="connsiteX22" fmla="*/ 4271120 w 4271120"/>
              <a:gd name="connsiteY22" fmla="*/ 2676866 h 4702819"/>
              <a:gd name="connsiteX23" fmla="*/ 4008197 w 4271120"/>
              <a:gd name="connsiteY23" fmla="*/ 2693046 h 4702819"/>
              <a:gd name="connsiteX24" fmla="*/ 3829207 w 4271120"/>
              <a:gd name="connsiteY24" fmla="*/ 2680911 h 4702819"/>
              <a:gd name="connsiteX25" fmla="*/ 3670441 w 4271120"/>
              <a:gd name="connsiteY25" fmla="*/ 2642484 h 4702819"/>
              <a:gd name="connsiteX26" fmla="*/ 3996062 w 4271120"/>
              <a:gd name="connsiteY26" fmla="*/ 2605067 h 4702819"/>
              <a:gd name="connsiteX27" fmla="*/ 3443991 w 4271120"/>
              <a:gd name="connsiteY27" fmla="*/ 1373753 h 4702819"/>
              <a:gd name="connsiteX28" fmla="*/ 3808982 w 4271120"/>
              <a:gd name="connsiteY28" fmla="*/ 1505845 h 4702819"/>
              <a:gd name="connsiteX29" fmla="*/ 3766510 w 4271120"/>
              <a:gd name="connsiteY29" fmla="*/ 1714160 h 4702819"/>
              <a:gd name="connsiteX30" fmla="*/ 3673475 w 4271120"/>
              <a:gd name="connsiteY30" fmla="*/ 1626182 h 4702819"/>
              <a:gd name="connsiteX31" fmla="*/ 3503586 w 4271120"/>
              <a:gd name="connsiteY31" fmla="*/ 1940680 h 4702819"/>
              <a:gd name="connsiteX32" fmla="*/ 3349877 w 4271120"/>
              <a:gd name="connsiteY32" fmla="*/ 1900230 h 4702819"/>
              <a:gd name="connsiteX33" fmla="*/ 3263920 w 4271120"/>
              <a:gd name="connsiteY33" fmla="*/ 1778881 h 4702819"/>
              <a:gd name="connsiteX34" fmla="*/ 2886727 w 4271120"/>
              <a:gd name="connsiteY34" fmla="*/ 1881016 h 4702819"/>
              <a:gd name="connsiteX35" fmla="*/ 3400439 w 4271120"/>
              <a:gd name="connsiteY35" fmla="*/ 1585733 h 4702819"/>
              <a:gd name="connsiteX36" fmla="*/ 2921109 w 4271120"/>
              <a:gd name="connsiteY36" fmla="*/ 1605957 h 4702819"/>
              <a:gd name="connsiteX37" fmla="*/ 2913019 w 4271120"/>
              <a:gd name="connsiteY37" fmla="*/ 1594835 h 4702819"/>
              <a:gd name="connsiteX38" fmla="*/ 3443991 w 4271120"/>
              <a:gd name="connsiteY38" fmla="*/ 1373753 h 4702819"/>
              <a:gd name="connsiteX39" fmla="*/ 0 w 4271120"/>
              <a:gd name="connsiteY39" fmla="*/ 0 h 4702819"/>
              <a:gd name="connsiteX40" fmla="*/ 115292 w 4271120"/>
              <a:gd name="connsiteY40" fmla="*/ 0 h 4702819"/>
              <a:gd name="connsiteX41" fmla="*/ 274676 w 4271120"/>
              <a:gd name="connsiteY41" fmla="*/ 0 h 4702819"/>
              <a:gd name="connsiteX42" fmla="*/ 3942724 w 4271120"/>
              <a:gd name="connsiteY42" fmla="*/ 0 h 4702819"/>
              <a:gd name="connsiteX43" fmla="*/ 3939432 w 4271120"/>
              <a:gd name="connsiteY43" fmla="*/ 53696 h 4702819"/>
              <a:gd name="connsiteX44" fmla="*/ 3684598 w 4271120"/>
              <a:gd name="connsiteY44" fmla="*/ 334822 h 4702819"/>
              <a:gd name="connsiteX45" fmla="*/ 3981904 w 4271120"/>
              <a:gd name="connsiteY45" fmla="*/ 155833 h 4702819"/>
              <a:gd name="connsiteX46" fmla="*/ 3993028 w 4271120"/>
              <a:gd name="connsiteY46" fmla="*/ 404599 h 4702819"/>
              <a:gd name="connsiteX47" fmla="*/ 3433810 w 4271120"/>
              <a:gd name="connsiteY47" fmla="*/ 635163 h 4702819"/>
              <a:gd name="connsiteX48" fmla="*/ 2283013 w 4271120"/>
              <a:gd name="connsiteY48" fmla="*/ 464262 h 4702819"/>
              <a:gd name="connsiteX49" fmla="*/ 2284025 w 4271120"/>
              <a:gd name="connsiteY49" fmla="*/ 455161 h 4702819"/>
              <a:gd name="connsiteX50" fmla="*/ 2959536 w 4271120"/>
              <a:gd name="connsiteY50" fmla="*/ 115383 h 4702819"/>
              <a:gd name="connsiteX51" fmla="*/ 2949424 w 4271120"/>
              <a:gd name="connsiteY51" fmla="*/ 107293 h 4702819"/>
              <a:gd name="connsiteX52" fmla="*/ 1789525 w 4271120"/>
              <a:gd name="connsiteY52" fmla="*/ 314598 h 4702819"/>
              <a:gd name="connsiteX53" fmla="*/ 1564018 w 4271120"/>
              <a:gd name="connsiteY53" fmla="*/ 251900 h 4702819"/>
              <a:gd name="connsiteX54" fmla="*/ 1554917 w 4271120"/>
              <a:gd name="connsiteY54" fmla="*/ 262013 h 4702819"/>
              <a:gd name="connsiteX55" fmla="*/ 2389194 w 4271120"/>
              <a:gd name="connsiteY55" fmla="*/ 907188 h 4702819"/>
              <a:gd name="connsiteX56" fmla="*/ 2159641 w 4271120"/>
              <a:gd name="connsiteY56" fmla="*/ 613927 h 4702819"/>
              <a:gd name="connsiteX57" fmla="*/ 2255710 w 4271120"/>
              <a:gd name="connsiteY57" fmla="*/ 818197 h 4702819"/>
              <a:gd name="connsiteX58" fmla="*/ 2248631 w 4271120"/>
              <a:gd name="connsiteY58" fmla="*/ 897075 h 4702819"/>
              <a:gd name="connsiteX59" fmla="*/ 2071663 w 4271120"/>
              <a:gd name="connsiteY59" fmla="*/ 706960 h 4702819"/>
              <a:gd name="connsiteX60" fmla="*/ 2063573 w 4271120"/>
              <a:gd name="connsiteY60" fmla="*/ 718085 h 4702819"/>
              <a:gd name="connsiteX61" fmla="*/ 1981662 w 4271120"/>
              <a:gd name="connsiteY61" fmla="*/ 1090223 h 4702819"/>
              <a:gd name="connsiteX62" fmla="*/ 2015034 w 4271120"/>
              <a:gd name="connsiteY62" fmla="*/ 1068987 h 4702819"/>
              <a:gd name="connsiteX63" fmla="*/ 2152563 w 4271120"/>
              <a:gd name="connsiteY63" fmla="*/ 876851 h 4702819"/>
              <a:gd name="connsiteX64" fmla="*/ 2193013 w 4271120"/>
              <a:gd name="connsiteY64" fmla="*/ 935503 h 4702819"/>
              <a:gd name="connsiteX65" fmla="*/ 2042337 w 4271120"/>
              <a:gd name="connsiteY65" fmla="*/ 1153931 h 4702819"/>
              <a:gd name="connsiteX66" fmla="*/ 1195925 w 4271120"/>
              <a:gd name="connsiteY66" fmla="*/ 1315731 h 4702819"/>
              <a:gd name="connsiteX67" fmla="*/ 1759188 w 4271120"/>
              <a:gd name="connsiteY67" fmla="*/ 1329888 h 4702819"/>
              <a:gd name="connsiteX68" fmla="*/ 1762222 w 4271120"/>
              <a:gd name="connsiteY68" fmla="*/ 1336967 h 4702819"/>
              <a:gd name="connsiteX69" fmla="*/ 1303117 w 4271120"/>
              <a:gd name="connsiteY69" fmla="*/ 1458316 h 4702819"/>
              <a:gd name="connsiteX70" fmla="*/ 1879527 w 4271120"/>
              <a:gd name="connsiteY70" fmla="*/ 1385506 h 4702819"/>
              <a:gd name="connsiteX71" fmla="*/ 1882560 w 4271120"/>
              <a:gd name="connsiteY71" fmla="*/ 1389551 h 4702819"/>
              <a:gd name="connsiteX72" fmla="*/ 1158509 w 4271120"/>
              <a:gd name="connsiteY72" fmla="*/ 1608992 h 4702819"/>
              <a:gd name="connsiteX73" fmla="*/ 1500309 w 4271120"/>
              <a:gd name="connsiteY73" fmla="*/ 1648430 h 4702819"/>
              <a:gd name="connsiteX74" fmla="*/ 1502332 w 4271120"/>
              <a:gd name="connsiteY74" fmla="*/ 1651464 h 4702819"/>
              <a:gd name="connsiteX75" fmla="*/ 1323342 w 4271120"/>
              <a:gd name="connsiteY75" fmla="*/ 1726296 h 4702819"/>
              <a:gd name="connsiteX76" fmla="*/ 1387050 w 4271120"/>
              <a:gd name="connsiteY76" fmla="*/ 1741465 h 4702819"/>
              <a:gd name="connsiteX77" fmla="*/ 1442669 w 4271120"/>
              <a:gd name="connsiteY77" fmla="*/ 1750566 h 4702819"/>
              <a:gd name="connsiteX78" fmla="*/ 1983684 w 4271120"/>
              <a:gd name="connsiteY78" fmla="*/ 1635284 h 4702819"/>
              <a:gd name="connsiteX79" fmla="*/ 2041326 w 4271120"/>
              <a:gd name="connsiteY79" fmla="*/ 1604947 h 4702819"/>
              <a:gd name="connsiteX80" fmla="*/ 1993797 w 4271120"/>
              <a:gd name="connsiteY80" fmla="*/ 1723262 h 4702819"/>
              <a:gd name="connsiteX81" fmla="*/ 1881549 w 4271120"/>
              <a:gd name="connsiteY81" fmla="*/ 1801128 h 4702819"/>
              <a:gd name="connsiteX82" fmla="*/ 1868403 w 4271120"/>
              <a:gd name="connsiteY82" fmla="*/ 1865847 h 4702819"/>
              <a:gd name="connsiteX83" fmla="*/ 1001766 w 4271120"/>
              <a:gd name="connsiteY83" fmla="*/ 1993265 h 4702819"/>
              <a:gd name="connsiteX84" fmla="*/ 999744 w 4271120"/>
              <a:gd name="connsiteY84" fmla="*/ 1993265 h 4702819"/>
              <a:gd name="connsiteX85" fmla="*/ 1477051 w 4271120"/>
              <a:gd name="connsiteY85" fmla="*/ 2115625 h 4702819"/>
              <a:gd name="connsiteX86" fmla="*/ 1478062 w 4271120"/>
              <a:gd name="connsiteY86" fmla="*/ 2118658 h 4702819"/>
              <a:gd name="connsiteX87" fmla="*/ 1337500 w 4271120"/>
              <a:gd name="connsiteY87" fmla="*/ 2160120 h 4702819"/>
              <a:gd name="connsiteX88" fmla="*/ 1830987 w 4271120"/>
              <a:gd name="connsiteY88" fmla="*/ 2044838 h 4702819"/>
              <a:gd name="connsiteX89" fmla="*/ 1840088 w 4271120"/>
              <a:gd name="connsiteY89" fmla="*/ 2054950 h 4702819"/>
              <a:gd name="connsiteX90" fmla="*/ 1610536 w 4271120"/>
              <a:gd name="connsiteY90" fmla="*/ 2209670 h 4702819"/>
              <a:gd name="connsiteX91" fmla="*/ 970417 w 4271120"/>
              <a:gd name="connsiteY91" fmla="*/ 2143940 h 4702819"/>
              <a:gd name="connsiteX92" fmla="*/ 1531659 w 4271120"/>
              <a:gd name="connsiteY92" fmla="*/ 2446302 h 4702819"/>
              <a:gd name="connsiteX93" fmla="*/ 1040194 w 4271120"/>
              <a:gd name="connsiteY93" fmla="*/ 2520123 h 4702819"/>
              <a:gd name="connsiteX94" fmla="*/ 1012890 w 4271120"/>
              <a:gd name="connsiteY94" fmla="*/ 2497875 h 4702819"/>
              <a:gd name="connsiteX95" fmla="*/ 585134 w 4271120"/>
              <a:gd name="connsiteY95" fmla="*/ 2905408 h 4702819"/>
              <a:gd name="connsiteX96" fmla="*/ 2443801 w 4271120"/>
              <a:gd name="connsiteY96" fmla="*/ 4164407 h 4702819"/>
              <a:gd name="connsiteX97" fmla="*/ 2680749 w 4271120"/>
              <a:gd name="connsiteY97" fmla="*/ 4641304 h 4702819"/>
              <a:gd name="connsiteX98" fmla="*/ 2704586 w 4271120"/>
              <a:gd name="connsiteY98" fmla="*/ 4702819 h 4702819"/>
              <a:gd name="connsiteX99" fmla="*/ 274676 w 4271120"/>
              <a:gd name="connsiteY99" fmla="*/ 4702819 h 4702819"/>
              <a:gd name="connsiteX100" fmla="*/ 115292 w 4271120"/>
              <a:gd name="connsiteY100" fmla="*/ 4702819 h 4702819"/>
              <a:gd name="connsiteX101" fmla="*/ 0 w 4271120"/>
              <a:gd name="connsiteY101" fmla="*/ 4702819 h 4702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799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A72F4E-48F4-48C4-AAF5-77358A958D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72372" y="3020381"/>
            <a:ext cx="5868144" cy="1424920"/>
          </a:xfrm>
        </p:spPr>
        <p:txBody>
          <a:bodyPr lIns="0" tIns="0" rIns="0" bIns="0" anchor="b">
            <a:noAutofit/>
          </a:bodyPr>
          <a:lstStyle>
            <a:lvl1pPr algn="l">
              <a:defRPr sz="4794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0E50F-2245-4DD1-8901-55D904703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2372" y="4653135"/>
            <a:ext cx="5868144" cy="805193"/>
          </a:xfrm>
        </p:spPr>
        <p:txBody>
          <a:bodyPr>
            <a:noAutofit/>
          </a:bodyPr>
          <a:lstStyle>
            <a:lvl1pPr marL="0" indent="0" algn="l">
              <a:buNone/>
              <a:defRPr sz="2131">
                <a:solidFill>
                  <a:schemeClr val="tx2"/>
                </a:solidFill>
              </a:defRPr>
            </a:lvl1pPr>
            <a:lvl2pPr marL="608853" indent="0" algn="ctr">
              <a:buNone/>
              <a:defRPr sz="2663"/>
            </a:lvl2pPr>
            <a:lvl3pPr marL="1217706" indent="0" algn="ctr">
              <a:buNone/>
              <a:defRPr sz="2397"/>
            </a:lvl3pPr>
            <a:lvl4pPr marL="1826560" indent="0" algn="ctr">
              <a:buNone/>
              <a:defRPr sz="2131"/>
            </a:lvl4pPr>
            <a:lvl5pPr marL="2435413" indent="0" algn="ctr">
              <a:buNone/>
              <a:defRPr sz="2131"/>
            </a:lvl5pPr>
            <a:lvl6pPr marL="3044266" indent="0" algn="ctr">
              <a:buNone/>
              <a:defRPr sz="2131"/>
            </a:lvl6pPr>
            <a:lvl7pPr marL="3653119" indent="0" algn="ctr">
              <a:buNone/>
              <a:defRPr sz="2131"/>
            </a:lvl7pPr>
            <a:lvl8pPr marL="4261973" indent="0" algn="ctr">
              <a:buNone/>
              <a:defRPr sz="2131"/>
            </a:lvl8pPr>
            <a:lvl9pPr marL="4870826" indent="0" algn="ctr">
              <a:buNone/>
              <a:defRPr sz="2131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grpSp>
        <p:nvGrpSpPr>
          <p:cNvPr id="8" name="Grafik 6">
            <a:extLst>
              <a:ext uri="{FF2B5EF4-FFF2-40B4-BE49-F238E27FC236}">
                <a16:creationId xmlns:a16="http://schemas.microsoft.com/office/drawing/2014/main" id="{4A50CB4E-A2BD-42A4-89AF-00FBAF42EDC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97066" y="513162"/>
            <a:ext cx="2038561" cy="777968"/>
            <a:chOff x="695325" y="516229"/>
            <a:chExt cx="2556359" cy="975572"/>
          </a:xfrm>
          <a:solidFill>
            <a:srgbClr val="0072BC"/>
          </a:solidFill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25C16EB5-4461-4758-A5F1-9FCFC409D904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74F2F414-99B5-4842-AE69-123A75660DF4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2AE2AF92-0F47-4975-97EE-AD59D0F4352B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39DDEE01-97C2-45BB-8AA5-588FD5885C56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</p:grpSp>
      <p:sp>
        <p:nvSpPr>
          <p:cNvPr id="28" name="Datumsplatzhalter 3">
            <a:extLst>
              <a:ext uri="{FF2B5EF4-FFF2-40B4-BE49-F238E27FC236}">
                <a16:creationId xmlns:a16="http://schemas.microsoft.com/office/drawing/2014/main" id="{B9C2E3E9-74C5-4BA8-96B4-0798E93E3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2048" y="5939875"/>
            <a:ext cx="2743200" cy="3651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lang="de-DE" smtClean="0">
                <a:solidFill>
                  <a:schemeClr val="tx2"/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1599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991EEF65-5B2F-4153-B72A-8188920387E8}"/>
              </a:ext>
            </a:extLst>
          </p:cNvPr>
          <p:cNvGrpSpPr/>
          <p:nvPr userDrawn="1"/>
        </p:nvGrpSpPr>
        <p:grpSpPr>
          <a:xfrm>
            <a:off x="-6502" y="6593007"/>
            <a:ext cx="12198503" cy="263834"/>
            <a:chOff x="-4877" y="4950860"/>
            <a:chExt cx="9148877" cy="198120"/>
          </a:xfrm>
        </p:grpSpPr>
        <p:sp>
          <p:nvSpPr>
            <p:cNvPr id="28" name="bk object 18">
              <a:extLst>
                <a:ext uri="{FF2B5EF4-FFF2-40B4-BE49-F238E27FC236}">
                  <a16:creationId xmlns:a16="http://schemas.microsoft.com/office/drawing/2014/main" id="{7F2B589E-3839-4C3B-92E1-F293A76DB3C1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9" name="bk object 18">
              <a:extLst>
                <a:ext uri="{FF2B5EF4-FFF2-40B4-BE49-F238E27FC236}">
                  <a16:creationId xmlns:a16="http://schemas.microsoft.com/office/drawing/2014/main" id="{8DC76EE0-F751-40CD-B7DB-DC698896789C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0" name="Holder 3">
              <a:extLst>
                <a:ext uri="{FF2B5EF4-FFF2-40B4-BE49-F238E27FC236}">
                  <a16:creationId xmlns:a16="http://schemas.microsoft.com/office/drawing/2014/main" id="{5DFAD467-705A-4EBF-B0CD-82975D99AB5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13">
                <a:spcBef>
                  <a:spcPts val="7"/>
                </a:spcBef>
              </a:pPr>
              <a:r>
                <a:rPr lang="de-DE" sz="1332" spc="13" dirty="0"/>
                <a:t>hhu.de</a:t>
              </a:r>
            </a:p>
          </p:txBody>
        </p:sp>
      </p:grpSp>
      <p:sp>
        <p:nvSpPr>
          <p:cNvPr id="26" name="Freihandform: Form 25">
            <a:extLst>
              <a:ext uri="{FF2B5EF4-FFF2-40B4-BE49-F238E27FC236}">
                <a16:creationId xmlns:a16="http://schemas.microsoft.com/office/drawing/2014/main" id="{59BE50D6-D2EF-43B9-8437-C5253F74EA60}"/>
              </a:ext>
            </a:extLst>
          </p:cNvPr>
          <p:cNvSpPr/>
          <p:nvPr userDrawn="1"/>
        </p:nvSpPr>
        <p:spPr>
          <a:xfrm>
            <a:off x="2" y="1894195"/>
            <a:ext cx="4223989" cy="4650925"/>
          </a:xfrm>
          <a:custGeom>
            <a:avLst/>
            <a:gdLst>
              <a:gd name="connsiteX0" fmla="*/ 3773588 w 4271120"/>
              <a:gd name="connsiteY0" fmla="*/ 3280579 h 4702819"/>
              <a:gd name="connsiteX1" fmla="*/ 3717970 w 4271120"/>
              <a:gd name="connsiteY1" fmla="*/ 3393838 h 4702819"/>
              <a:gd name="connsiteX2" fmla="*/ 3755385 w 4271120"/>
              <a:gd name="connsiteY2" fmla="*/ 3541480 h 4702819"/>
              <a:gd name="connsiteX3" fmla="*/ 3742240 w 4271120"/>
              <a:gd name="connsiteY3" fmla="*/ 3544514 h 4702819"/>
              <a:gd name="connsiteX4" fmla="*/ 3594598 w 4271120"/>
              <a:gd name="connsiteY4" fmla="*/ 3403951 h 4702819"/>
              <a:gd name="connsiteX5" fmla="*/ 3773588 w 4271120"/>
              <a:gd name="connsiteY5" fmla="*/ 3280579 h 4702819"/>
              <a:gd name="connsiteX6" fmla="*/ 3937409 w 4271120"/>
              <a:gd name="connsiteY6" fmla="*/ 2981250 h 4702819"/>
              <a:gd name="connsiteX7" fmla="*/ 3833252 w 4271120"/>
              <a:gd name="connsiteY7" fmla="*/ 3118780 h 4702819"/>
              <a:gd name="connsiteX8" fmla="*/ 3480327 w 4271120"/>
              <a:gd name="connsiteY8" fmla="*/ 3142039 h 4702819"/>
              <a:gd name="connsiteX9" fmla="*/ 3488417 w 4271120"/>
              <a:gd name="connsiteY9" fmla="*/ 3070240 h 4702819"/>
              <a:gd name="connsiteX10" fmla="*/ 3802914 w 4271120"/>
              <a:gd name="connsiteY10" fmla="*/ 3008554 h 4702819"/>
              <a:gd name="connsiteX11" fmla="*/ 3937409 w 4271120"/>
              <a:gd name="connsiteY11" fmla="*/ 2981250 h 4702819"/>
              <a:gd name="connsiteX12" fmla="*/ 1530647 w 4271120"/>
              <a:gd name="connsiteY12" fmla="*/ 2816671 h 4702819"/>
              <a:gd name="connsiteX13" fmla="*/ 1538737 w 4271120"/>
              <a:gd name="connsiteY13" fmla="*/ 2820463 h 4702819"/>
              <a:gd name="connsiteX14" fmla="*/ 1944246 w 4271120"/>
              <a:gd name="connsiteY14" fmla="*/ 3409008 h 4702819"/>
              <a:gd name="connsiteX15" fmla="*/ 3606733 w 4271120"/>
              <a:gd name="connsiteY15" fmla="*/ 3913618 h 4702819"/>
              <a:gd name="connsiteX16" fmla="*/ 3607744 w 4271120"/>
              <a:gd name="connsiteY16" fmla="*/ 3926765 h 4702819"/>
              <a:gd name="connsiteX17" fmla="*/ 2423576 w 4271120"/>
              <a:gd name="connsiteY17" fmla="*/ 3894405 h 4702819"/>
              <a:gd name="connsiteX18" fmla="*/ 2077731 w 4271120"/>
              <a:gd name="connsiteY18" fmla="*/ 3806426 h 4702819"/>
              <a:gd name="connsiteX19" fmla="*/ 1525591 w 4271120"/>
              <a:gd name="connsiteY19" fmla="*/ 2823496 h 4702819"/>
              <a:gd name="connsiteX20" fmla="*/ 1530647 w 4271120"/>
              <a:gd name="connsiteY20" fmla="*/ 2816671 h 4702819"/>
              <a:gd name="connsiteX21" fmla="*/ 3996062 w 4271120"/>
              <a:gd name="connsiteY21" fmla="*/ 2605067 h 4702819"/>
              <a:gd name="connsiteX22" fmla="*/ 4271120 w 4271120"/>
              <a:gd name="connsiteY22" fmla="*/ 2676866 h 4702819"/>
              <a:gd name="connsiteX23" fmla="*/ 4008197 w 4271120"/>
              <a:gd name="connsiteY23" fmla="*/ 2693046 h 4702819"/>
              <a:gd name="connsiteX24" fmla="*/ 3829207 w 4271120"/>
              <a:gd name="connsiteY24" fmla="*/ 2680911 h 4702819"/>
              <a:gd name="connsiteX25" fmla="*/ 3670441 w 4271120"/>
              <a:gd name="connsiteY25" fmla="*/ 2642484 h 4702819"/>
              <a:gd name="connsiteX26" fmla="*/ 3996062 w 4271120"/>
              <a:gd name="connsiteY26" fmla="*/ 2605067 h 4702819"/>
              <a:gd name="connsiteX27" fmla="*/ 3443991 w 4271120"/>
              <a:gd name="connsiteY27" fmla="*/ 1373753 h 4702819"/>
              <a:gd name="connsiteX28" fmla="*/ 3808982 w 4271120"/>
              <a:gd name="connsiteY28" fmla="*/ 1505845 h 4702819"/>
              <a:gd name="connsiteX29" fmla="*/ 3766510 w 4271120"/>
              <a:gd name="connsiteY29" fmla="*/ 1714160 h 4702819"/>
              <a:gd name="connsiteX30" fmla="*/ 3673475 w 4271120"/>
              <a:gd name="connsiteY30" fmla="*/ 1626182 h 4702819"/>
              <a:gd name="connsiteX31" fmla="*/ 3503586 w 4271120"/>
              <a:gd name="connsiteY31" fmla="*/ 1940680 h 4702819"/>
              <a:gd name="connsiteX32" fmla="*/ 3349877 w 4271120"/>
              <a:gd name="connsiteY32" fmla="*/ 1900230 h 4702819"/>
              <a:gd name="connsiteX33" fmla="*/ 3263920 w 4271120"/>
              <a:gd name="connsiteY33" fmla="*/ 1778881 h 4702819"/>
              <a:gd name="connsiteX34" fmla="*/ 2886727 w 4271120"/>
              <a:gd name="connsiteY34" fmla="*/ 1881016 h 4702819"/>
              <a:gd name="connsiteX35" fmla="*/ 3400439 w 4271120"/>
              <a:gd name="connsiteY35" fmla="*/ 1585733 h 4702819"/>
              <a:gd name="connsiteX36" fmla="*/ 2921109 w 4271120"/>
              <a:gd name="connsiteY36" fmla="*/ 1605957 h 4702819"/>
              <a:gd name="connsiteX37" fmla="*/ 2913019 w 4271120"/>
              <a:gd name="connsiteY37" fmla="*/ 1594835 h 4702819"/>
              <a:gd name="connsiteX38" fmla="*/ 3443991 w 4271120"/>
              <a:gd name="connsiteY38" fmla="*/ 1373753 h 4702819"/>
              <a:gd name="connsiteX39" fmla="*/ 0 w 4271120"/>
              <a:gd name="connsiteY39" fmla="*/ 0 h 4702819"/>
              <a:gd name="connsiteX40" fmla="*/ 115292 w 4271120"/>
              <a:gd name="connsiteY40" fmla="*/ 0 h 4702819"/>
              <a:gd name="connsiteX41" fmla="*/ 274676 w 4271120"/>
              <a:gd name="connsiteY41" fmla="*/ 0 h 4702819"/>
              <a:gd name="connsiteX42" fmla="*/ 3942724 w 4271120"/>
              <a:gd name="connsiteY42" fmla="*/ 0 h 4702819"/>
              <a:gd name="connsiteX43" fmla="*/ 3939432 w 4271120"/>
              <a:gd name="connsiteY43" fmla="*/ 53696 h 4702819"/>
              <a:gd name="connsiteX44" fmla="*/ 3684598 w 4271120"/>
              <a:gd name="connsiteY44" fmla="*/ 334822 h 4702819"/>
              <a:gd name="connsiteX45" fmla="*/ 3981904 w 4271120"/>
              <a:gd name="connsiteY45" fmla="*/ 155833 h 4702819"/>
              <a:gd name="connsiteX46" fmla="*/ 3993028 w 4271120"/>
              <a:gd name="connsiteY46" fmla="*/ 404599 h 4702819"/>
              <a:gd name="connsiteX47" fmla="*/ 3433810 w 4271120"/>
              <a:gd name="connsiteY47" fmla="*/ 635163 h 4702819"/>
              <a:gd name="connsiteX48" fmla="*/ 2283013 w 4271120"/>
              <a:gd name="connsiteY48" fmla="*/ 464262 h 4702819"/>
              <a:gd name="connsiteX49" fmla="*/ 2284025 w 4271120"/>
              <a:gd name="connsiteY49" fmla="*/ 455161 h 4702819"/>
              <a:gd name="connsiteX50" fmla="*/ 2959536 w 4271120"/>
              <a:gd name="connsiteY50" fmla="*/ 115383 h 4702819"/>
              <a:gd name="connsiteX51" fmla="*/ 2949424 w 4271120"/>
              <a:gd name="connsiteY51" fmla="*/ 107293 h 4702819"/>
              <a:gd name="connsiteX52" fmla="*/ 1789525 w 4271120"/>
              <a:gd name="connsiteY52" fmla="*/ 314598 h 4702819"/>
              <a:gd name="connsiteX53" fmla="*/ 1564018 w 4271120"/>
              <a:gd name="connsiteY53" fmla="*/ 251900 h 4702819"/>
              <a:gd name="connsiteX54" fmla="*/ 1554917 w 4271120"/>
              <a:gd name="connsiteY54" fmla="*/ 262013 h 4702819"/>
              <a:gd name="connsiteX55" fmla="*/ 2389194 w 4271120"/>
              <a:gd name="connsiteY55" fmla="*/ 907188 h 4702819"/>
              <a:gd name="connsiteX56" fmla="*/ 2159641 w 4271120"/>
              <a:gd name="connsiteY56" fmla="*/ 613927 h 4702819"/>
              <a:gd name="connsiteX57" fmla="*/ 2255710 w 4271120"/>
              <a:gd name="connsiteY57" fmla="*/ 818197 h 4702819"/>
              <a:gd name="connsiteX58" fmla="*/ 2248631 w 4271120"/>
              <a:gd name="connsiteY58" fmla="*/ 897075 h 4702819"/>
              <a:gd name="connsiteX59" fmla="*/ 2071663 w 4271120"/>
              <a:gd name="connsiteY59" fmla="*/ 706960 h 4702819"/>
              <a:gd name="connsiteX60" fmla="*/ 2063573 w 4271120"/>
              <a:gd name="connsiteY60" fmla="*/ 718085 h 4702819"/>
              <a:gd name="connsiteX61" fmla="*/ 1981662 w 4271120"/>
              <a:gd name="connsiteY61" fmla="*/ 1090223 h 4702819"/>
              <a:gd name="connsiteX62" fmla="*/ 2015034 w 4271120"/>
              <a:gd name="connsiteY62" fmla="*/ 1068987 h 4702819"/>
              <a:gd name="connsiteX63" fmla="*/ 2152563 w 4271120"/>
              <a:gd name="connsiteY63" fmla="*/ 876851 h 4702819"/>
              <a:gd name="connsiteX64" fmla="*/ 2193013 w 4271120"/>
              <a:gd name="connsiteY64" fmla="*/ 935503 h 4702819"/>
              <a:gd name="connsiteX65" fmla="*/ 2042337 w 4271120"/>
              <a:gd name="connsiteY65" fmla="*/ 1153931 h 4702819"/>
              <a:gd name="connsiteX66" fmla="*/ 1195925 w 4271120"/>
              <a:gd name="connsiteY66" fmla="*/ 1315731 h 4702819"/>
              <a:gd name="connsiteX67" fmla="*/ 1759188 w 4271120"/>
              <a:gd name="connsiteY67" fmla="*/ 1329888 h 4702819"/>
              <a:gd name="connsiteX68" fmla="*/ 1762222 w 4271120"/>
              <a:gd name="connsiteY68" fmla="*/ 1336967 h 4702819"/>
              <a:gd name="connsiteX69" fmla="*/ 1303117 w 4271120"/>
              <a:gd name="connsiteY69" fmla="*/ 1458316 h 4702819"/>
              <a:gd name="connsiteX70" fmla="*/ 1879527 w 4271120"/>
              <a:gd name="connsiteY70" fmla="*/ 1385506 h 4702819"/>
              <a:gd name="connsiteX71" fmla="*/ 1882560 w 4271120"/>
              <a:gd name="connsiteY71" fmla="*/ 1389551 h 4702819"/>
              <a:gd name="connsiteX72" fmla="*/ 1158509 w 4271120"/>
              <a:gd name="connsiteY72" fmla="*/ 1608992 h 4702819"/>
              <a:gd name="connsiteX73" fmla="*/ 1500309 w 4271120"/>
              <a:gd name="connsiteY73" fmla="*/ 1648430 h 4702819"/>
              <a:gd name="connsiteX74" fmla="*/ 1502332 w 4271120"/>
              <a:gd name="connsiteY74" fmla="*/ 1651464 h 4702819"/>
              <a:gd name="connsiteX75" fmla="*/ 1323342 w 4271120"/>
              <a:gd name="connsiteY75" fmla="*/ 1726296 h 4702819"/>
              <a:gd name="connsiteX76" fmla="*/ 1387050 w 4271120"/>
              <a:gd name="connsiteY76" fmla="*/ 1741465 h 4702819"/>
              <a:gd name="connsiteX77" fmla="*/ 1442669 w 4271120"/>
              <a:gd name="connsiteY77" fmla="*/ 1750566 h 4702819"/>
              <a:gd name="connsiteX78" fmla="*/ 1983684 w 4271120"/>
              <a:gd name="connsiteY78" fmla="*/ 1635284 h 4702819"/>
              <a:gd name="connsiteX79" fmla="*/ 2041326 w 4271120"/>
              <a:gd name="connsiteY79" fmla="*/ 1604947 h 4702819"/>
              <a:gd name="connsiteX80" fmla="*/ 1993797 w 4271120"/>
              <a:gd name="connsiteY80" fmla="*/ 1723262 h 4702819"/>
              <a:gd name="connsiteX81" fmla="*/ 1881549 w 4271120"/>
              <a:gd name="connsiteY81" fmla="*/ 1801128 h 4702819"/>
              <a:gd name="connsiteX82" fmla="*/ 1868403 w 4271120"/>
              <a:gd name="connsiteY82" fmla="*/ 1865847 h 4702819"/>
              <a:gd name="connsiteX83" fmla="*/ 1001766 w 4271120"/>
              <a:gd name="connsiteY83" fmla="*/ 1993265 h 4702819"/>
              <a:gd name="connsiteX84" fmla="*/ 999744 w 4271120"/>
              <a:gd name="connsiteY84" fmla="*/ 1993265 h 4702819"/>
              <a:gd name="connsiteX85" fmla="*/ 1477051 w 4271120"/>
              <a:gd name="connsiteY85" fmla="*/ 2115625 h 4702819"/>
              <a:gd name="connsiteX86" fmla="*/ 1478062 w 4271120"/>
              <a:gd name="connsiteY86" fmla="*/ 2118658 h 4702819"/>
              <a:gd name="connsiteX87" fmla="*/ 1337500 w 4271120"/>
              <a:gd name="connsiteY87" fmla="*/ 2160120 h 4702819"/>
              <a:gd name="connsiteX88" fmla="*/ 1830987 w 4271120"/>
              <a:gd name="connsiteY88" fmla="*/ 2044838 h 4702819"/>
              <a:gd name="connsiteX89" fmla="*/ 1840088 w 4271120"/>
              <a:gd name="connsiteY89" fmla="*/ 2054950 h 4702819"/>
              <a:gd name="connsiteX90" fmla="*/ 1610536 w 4271120"/>
              <a:gd name="connsiteY90" fmla="*/ 2209670 h 4702819"/>
              <a:gd name="connsiteX91" fmla="*/ 970417 w 4271120"/>
              <a:gd name="connsiteY91" fmla="*/ 2143940 h 4702819"/>
              <a:gd name="connsiteX92" fmla="*/ 1531659 w 4271120"/>
              <a:gd name="connsiteY92" fmla="*/ 2446302 h 4702819"/>
              <a:gd name="connsiteX93" fmla="*/ 1040194 w 4271120"/>
              <a:gd name="connsiteY93" fmla="*/ 2520123 h 4702819"/>
              <a:gd name="connsiteX94" fmla="*/ 1012890 w 4271120"/>
              <a:gd name="connsiteY94" fmla="*/ 2497875 h 4702819"/>
              <a:gd name="connsiteX95" fmla="*/ 585134 w 4271120"/>
              <a:gd name="connsiteY95" fmla="*/ 2905408 h 4702819"/>
              <a:gd name="connsiteX96" fmla="*/ 2443801 w 4271120"/>
              <a:gd name="connsiteY96" fmla="*/ 4164407 h 4702819"/>
              <a:gd name="connsiteX97" fmla="*/ 2680749 w 4271120"/>
              <a:gd name="connsiteY97" fmla="*/ 4641304 h 4702819"/>
              <a:gd name="connsiteX98" fmla="*/ 2704586 w 4271120"/>
              <a:gd name="connsiteY98" fmla="*/ 4702819 h 4702819"/>
              <a:gd name="connsiteX99" fmla="*/ 274676 w 4271120"/>
              <a:gd name="connsiteY99" fmla="*/ 4702819 h 4702819"/>
              <a:gd name="connsiteX100" fmla="*/ 115292 w 4271120"/>
              <a:gd name="connsiteY100" fmla="*/ 4702819 h 4702819"/>
              <a:gd name="connsiteX101" fmla="*/ 0 w 4271120"/>
              <a:gd name="connsiteY101" fmla="*/ 4702819 h 4702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de-DE" sz="1799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C10922-9553-44D5-BDEF-C5DFD31E6E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2048" y="5939875"/>
            <a:ext cx="2743200" cy="3651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lang="de-DE" smtClean="0">
                <a:solidFill>
                  <a:schemeClr val="tx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A72F4E-48F4-48C4-AAF5-77358A958D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48" y="3861049"/>
            <a:ext cx="8533024" cy="720080"/>
          </a:xfrm>
        </p:spPr>
        <p:txBody>
          <a:bodyPr lIns="0" tIns="0" rIns="0" bIns="0" anchor="b">
            <a:noAutofit/>
          </a:bodyPr>
          <a:lstStyle>
            <a:lvl1pPr algn="l">
              <a:defRPr sz="4794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0E50F-2245-4DD1-8901-55D904703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2048" y="4677552"/>
            <a:ext cx="8533024" cy="80519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131">
                <a:solidFill>
                  <a:schemeClr val="tx2"/>
                </a:solidFill>
              </a:defRPr>
            </a:lvl1pPr>
            <a:lvl2pPr marL="608853" indent="0" algn="ctr">
              <a:buNone/>
              <a:defRPr sz="2663"/>
            </a:lvl2pPr>
            <a:lvl3pPr marL="1217706" indent="0" algn="ctr">
              <a:buNone/>
              <a:defRPr sz="2397"/>
            </a:lvl3pPr>
            <a:lvl4pPr marL="1826560" indent="0" algn="ctr">
              <a:buNone/>
              <a:defRPr sz="2131"/>
            </a:lvl4pPr>
            <a:lvl5pPr marL="2435413" indent="0" algn="ctr">
              <a:buNone/>
              <a:defRPr sz="2131"/>
            </a:lvl5pPr>
            <a:lvl6pPr marL="3044266" indent="0" algn="ctr">
              <a:buNone/>
              <a:defRPr sz="2131"/>
            </a:lvl6pPr>
            <a:lvl7pPr marL="3653119" indent="0" algn="ctr">
              <a:buNone/>
              <a:defRPr sz="2131"/>
            </a:lvl7pPr>
            <a:lvl8pPr marL="4261973" indent="0" algn="ctr">
              <a:buNone/>
              <a:defRPr sz="2131"/>
            </a:lvl8pPr>
            <a:lvl9pPr marL="4870826" indent="0" algn="ctr">
              <a:buNone/>
              <a:defRPr sz="2131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8AC3E5BE-9275-472F-AEB2-C4DA849B9A5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97066" y="513162"/>
            <a:ext cx="2038561" cy="777968"/>
            <a:chOff x="695325" y="516229"/>
            <a:chExt cx="2556359" cy="975572"/>
          </a:xfrm>
          <a:solidFill>
            <a:srgbClr val="0072BC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A45B3C2-1CA4-47B2-9CD9-00EEF9D615AF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243C064-66AF-4F89-A61C-8EAA80446B16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E875C2F-2AC0-45DD-9626-129486821205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2F1F040A-4C25-4A9B-91CF-4997C0E3FA28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</p:grpSp>
    </p:spTree>
    <p:extLst>
      <p:ext uri="{BB962C8B-B14F-4D97-AF65-F5344CB8AC3E}">
        <p14:creationId xmlns:p14="http://schemas.microsoft.com/office/powerpoint/2010/main" val="183356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2A319C61-FBE7-466D-8041-BA328224720B}"/>
              </a:ext>
            </a:extLst>
          </p:cNvPr>
          <p:cNvGrpSpPr/>
          <p:nvPr userDrawn="1"/>
        </p:nvGrpSpPr>
        <p:grpSpPr>
          <a:xfrm>
            <a:off x="-6502" y="6593007"/>
            <a:ext cx="12198503" cy="263834"/>
            <a:chOff x="-4877" y="4950860"/>
            <a:chExt cx="9148877" cy="198120"/>
          </a:xfrm>
        </p:grpSpPr>
        <p:sp>
          <p:nvSpPr>
            <p:cNvPr id="27" name="bk object 18">
              <a:extLst>
                <a:ext uri="{FF2B5EF4-FFF2-40B4-BE49-F238E27FC236}">
                  <a16:creationId xmlns:a16="http://schemas.microsoft.com/office/drawing/2014/main" id="{6943C0CE-1EA2-499D-ACFC-7FAE777D4885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8" name="bk object 18">
              <a:extLst>
                <a:ext uri="{FF2B5EF4-FFF2-40B4-BE49-F238E27FC236}">
                  <a16:creationId xmlns:a16="http://schemas.microsoft.com/office/drawing/2014/main" id="{C64DCA2F-E670-44CF-8CCD-A8817BCDFE08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9" name="Holder 3">
              <a:extLst>
                <a:ext uri="{FF2B5EF4-FFF2-40B4-BE49-F238E27FC236}">
                  <a16:creationId xmlns:a16="http://schemas.microsoft.com/office/drawing/2014/main" id="{39C16D6C-600C-4A10-95E4-95BF4999FC1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13">
                <a:spcBef>
                  <a:spcPts val="7"/>
                </a:spcBef>
              </a:pPr>
              <a:r>
                <a:rPr lang="de-DE" sz="1332" spc="13" dirty="0"/>
                <a:t>hhu.de</a:t>
              </a:r>
            </a:p>
          </p:txBody>
        </p:sp>
      </p:grp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C10922-9553-44D5-BDEF-C5DFD31E6E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2048" y="5939875"/>
            <a:ext cx="2743200" cy="3651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lang="de-DE" smtClean="0">
                <a:solidFill>
                  <a:schemeClr val="tx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A72F4E-48F4-48C4-AAF5-77358A958D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48" y="3104964"/>
            <a:ext cx="8533024" cy="1476164"/>
          </a:xfrm>
        </p:spPr>
        <p:txBody>
          <a:bodyPr lIns="0" tIns="0" rIns="0" bIns="0" anchor="b">
            <a:noAutofit/>
          </a:bodyPr>
          <a:lstStyle>
            <a:lvl1pPr algn="l">
              <a:defRPr sz="4794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0E50F-2245-4DD1-8901-55D904703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2048" y="4677552"/>
            <a:ext cx="8533024" cy="80519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131">
                <a:solidFill>
                  <a:schemeClr val="tx2"/>
                </a:solidFill>
              </a:defRPr>
            </a:lvl1pPr>
            <a:lvl2pPr marL="608853" indent="0" algn="ctr">
              <a:buNone/>
              <a:defRPr sz="2663"/>
            </a:lvl2pPr>
            <a:lvl3pPr marL="1217706" indent="0" algn="ctr">
              <a:buNone/>
              <a:defRPr sz="2397"/>
            </a:lvl3pPr>
            <a:lvl4pPr marL="1826560" indent="0" algn="ctr">
              <a:buNone/>
              <a:defRPr sz="2131"/>
            </a:lvl4pPr>
            <a:lvl5pPr marL="2435413" indent="0" algn="ctr">
              <a:buNone/>
              <a:defRPr sz="2131"/>
            </a:lvl5pPr>
            <a:lvl6pPr marL="3044266" indent="0" algn="ctr">
              <a:buNone/>
              <a:defRPr sz="2131"/>
            </a:lvl6pPr>
            <a:lvl7pPr marL="3653119" indent="0" algn="ctr">
              <a:buNone/>
              <a:defRPr sz="2131"/>
            </a:lvl7pPr>
            <a:lvl8pPr marL="4261973" indent="0" algn="ctr">
              <a:buNone/>
              <a:defRPr sz="2131"/>
            </a:lvl8pPr>
            <a:lvl9pPr marL="4870826" indent="0" algn="ctr">
              <a:buNone/>
              <a:defRPr sz="2131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018F5287-7D90-4427-B223-AB51C34FB46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97066" y="513162"/>
            <a:ext cx="2038561" cy="777968"/>
            <a:chOff x="695325" y="516229"/>
            <a:chExt cx="2556359" cy="975572"/>
          </a:xfrm>
          <a:solidFill>
            <a:srgbClr val="0072BC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949CBA05-EE3B-40FD-B566-67D594E41B9E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73274AB8-A508-4076-9FF6-7AE09BB7827C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0060672-D990-46D3-A86C-D3F5FB08D442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7FB0B066-EC76-4017-ACF3-B5105457A388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</p:grpSp>
    </p:spTree>
    <p:extLst>
      <p:ext uri="{BB962C8B-B14F-4D97-AF65-F5344CB8AC3E}">
        <p14:creationId xmlns:p14="http://schemas.microsoft.com/office/powerpoint/2010/main" val="31475905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3C014E30-33A3-475F-B8A0-9E84E311170A}"/>
              </a:ext>
            </a:extLst>
          </p:cNvPr>
          <p:cNvGrpSpPr/>
          <p:nvPr userDrawn="1"/>
        </p:nvGrpSpPr>
        <p:grpSpPr>
          <a:xfrm>
            <a:off x="-6502" y="6593007"/>
            <a:ext cx="12198503" cy="263834"/>
            <a:chOff x="-4877" y="4950860"/>
            <a:chExt cx="9148877" cy="198120"/>
          </a:xfrm>
        </p:grpSpPr>
        <p:sp>
          <p:nvSpPr>
            <p:cNvPr id="30" name="bk object 18">
              <a:extLst>
                <a:ext uri="{FF2B5EF4-FFF2-40B4-BE49-F238E27FC236}">
                  <a16:creationId xmlns:a16="http://schemas.microsoft.com/office/drawing/2014/main" id="{6643BCF6-A569-4BAD-B15C-E253B00A5594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1" name="bk object 18">
              <a:extLst>
                <a:ext uri="{FF2B5EF4-FFF2-40B4-BE49-F238E27FC236}">
                  <a16:creationId xmlns:a16="http://schemas.microsoft.com/office/drawing/2014/main" id="{D0D25174-0D7D-4590-B212-5467D04FECF1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2" name="Holder 3">
              <a:extLst>
                <a:ext uri="{FF2B5EF4-FFF2-40B4-BE49-F238E27FC236}">
                  <a16:creationId xmlns:a16="http://schemas.microsoft.com/office/drawing/2014/main" id="{7C25F4F3-A838-4B03-A6C0-3D91C8E43EB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13">
                <a:spcBef>
                  <a:spcPts val="7"/>
                </a:spcBef>
              </a:pPr>
              <a:r>
                <a:rPr lang="de-DE" sz="1332" spc="13" dirty="0"/>
                <a:t>hhu.de</a:t>
              </a:r>
            </a:p>
          </p:txBody>
        </p:sp>
      </p:grp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3B5E04AF-3094-435E-B4CE-19B4DDF270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2048" y="5939875"/>
            <a:ext cx="2743200" cy="3651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lang="de-DE" smtClean="0">
                <a:solidFill>
                  <a:schemeClr val="tx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A18DDF52-5273-48AE-8D09-90DA7A10F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2049" y="4677552"/>
            <a:ext cx="6582084" cy="80519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131">
                <a:solidFill>
                  <a:schemeClr val="tx2"/>
                </a:solidFill>
              </a:defRPr>
            </a:lvl1pPr>
            <a:lvl2pPr marL="608853" indent="0" algn="ctr">
              <a:buNone/>
              <a:defRPr sz="2663"/>
            </a:lvl2pPr>
            <a:lvl3pPr marL="1217706" indent="0" algn="ctr">
              <a:buNone/>
              <a:defRPr sz="2397"/>
            </a:lvl3pPr>
            <a:lvl4pPr marL="1826560" indent="0" algn="ctr">
              <a:buNone/>
              <a:defRPr sz="2131"/>
            </a:lvl4pPr>
            <a:lvl5pPr marL="2435413" indent="0" algn="ctr">
              <a:buNone/>
              <a:defRPr sz="2131"/>
            </a:lvl5pPr>
            <a:lvl6pPr marL="3044266" indent="0" algn="ctr">
              <a:buNone/>
              <a:defRPr sz="2131"/>
            </a:lvl6pPr>
            <a:lvl7pPr marL="3653119" indent="0" algn="ctr">
              <a:buNone/>
              <a:defRPr sz="2131"/>
            </a:lvl7pPr>
            <a:lvl8pPr marL="4261973" indent="0" algn="ctr">
              <a:buNone/>
              <a:defRPr sz="2131"/>
            </a:lvl8pPr>
            <a:lvl9pPr marL="4870826" indent="0" algn="ctr">
              <a:buNone/>
              <a:defRPr sz="2131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FAB22651-CAFB-4334-BBAD-47EBF4CF7F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49" y="3104964"/>
            <a:ext cx="6582084" cy="1476164"/>
          </a:xfrm>
        </p:spPr>
        <p:txBody>
          <a:bodyPr lIns="0" tIns="0" rIns="0" bIns="0" anchor="b">
            <a:noAutofit/>
          </a:bodyPr>
          <a:lstStyle>
            <a:lvl1pPr algn="l">
              <a:defRPr sz="4794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bearbeiten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CF4A76B1-953E-4A32-9BD1-DE88786E38F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97066" y="513162"/>
            <a:ext cx="2038561" cy="777968"/>
            <a:chOff x="695325" y="516229"/>
            <a:chExt cx="2556359" cy="975572"/>
          </a:xfrm>
          <a:solidFill>
            <a:srgbClr val="0072BC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CFD7E5C6-0F67-4B37-B3BF-534429CFB0DA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4D3305F2-C7C5-4C12-9231-D66E6CDF1F5F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841CA9BF-ECB3-404C-B6B8-1533D1C1E0A0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B7658C24-2A28-49B2-96C0-D5EEAC50C416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F135B6-57F4-4B6E-AD86-CFAA18EDA94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94589" y="1449388"/>
            <a:ext cx="4697412" cy="5095732"/>
          </a:xfrm>
          <a:solidFill>
            <a:schemeClr val="bg2">
              <a:lumMod val="100000"/>
            </a:schemeClr>
          </a:solidFill>
          <a:ln/>
        </p:spPr>
        <p:txBody>
          <a:bodyPr lIns="0" tIns="540000" rIns="0" bIns="0" anchor="t">
            <a:noAutofit/>
          </a:bodyPr>
          <a:lstStyle>
            <a:lvl1pPr marL="241004" indent="0" algn="l">
              <a:lnSpc>
                <a:spcPct val="90000"/>
              </a:lnSpc>
              <a:buNone/>
              <a:defRPr sz="2131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 algn="ctr">
              <a:lnSpc>
                <a:spcPct val="90000"/>
              </a:lnSpc>
              <a:defRPr sz="2131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algn="ctr">
              <a:lnSpc>
                <a:spcPct val="90000"/>
              </a:lnSpc>
              <a:defRPr sz="2131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algn="ctr">
              <a:lnSpc>
                <a:spcPct val="90000"/>
              </a:lnSpc>
              <a:defRPr sz="2131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algn="ctr">
              <a:lnSpc>
                <a:spcPct val="90000"/>
              </a:lnSpc>
              <a:defRPr sz="2131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Inhaltsplatzhalter</a:t>
            </a:r>
          </a:p>
        </p:txBody>
      </p:sp>
    </p:spTree>
    <p:extLst>
      <p:ext uri="{BB962C8B-B14F-4D97-AF65-F5344CB8AC3E}">
        <p14:creationId xmlns:p14="http://schemas.microsoft.com/office/powerpoint/2010/main" val="38511518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AE8C18B-3B31-4172-BD36-383A2D959058}"/>
              </a:ext>
            </a:extLst>
          </p:cNvPr>
          <p:cNvGrpSpPr/>
          <p:nvPr userDrawn="1"/>
        </p:nvGrpSpPr>
        <p:grpSpPr>
          <a:xfrm>
            <a:off x="-6502" y="6593007"/>
            <a:ext cx="12198503" cy="263834"/>
            <a:chOff x="-4877" y="4950860"/>
            <a:chExt cx="9148877" cy="198120"/>
          </a:xfrm>
        </p:grpSpPr>
        <p:sp>
          <p:nvSpPr>
            <p:cNvPr id="30" name="bk object 18">
              <a:extLst>
                <a:ext uri="{FF2B5EF4-FFF2-40B4-BE49-F238E27FC236}">
                  <a16:creationId xmlns:a16="http://schemas.microsoft.com/office/drawing/2014/main" id="{033258C7-8016-4009-9FB1-F90060178720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1" name="bk object 18">
              <a:extLst>
                <a:ext uri="{FF2B5EF4-FFF2-40B4-BE49-F238E27FC236}">
                  <a16:creationId xmlns:a16="http://schemas.microsoft.com/office/drawing/2014/main" id="{F63F0B04-1DC4-4DF5-9D98-F1A5AB5B67C4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2" name="Holder 3">
              <a:extLst>
                <a:ext uri="{FF2B5EF4-FFF2-40B4-BE49-F238E27FC236}">
                  <a16:creationId xmlns:a16="http://schemas.microsoft.com/office/drawing/2014/main" id="{1BF4C821-21F2-42D9-9C34-70F485006BB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13">
                <a:spcBef>
                  <a:spcPts val="7"/>
                </a:spcBef>
              </a:pPr>
              <a:r>
                <a:rPr lang="de-DE" sz="1332" spc="13" dirty="0"/>
                <a:t>hhu.de</a:t>
              </a:r>
            </a:p>
          </p:txBody>
        </p:sp>
      </p:grp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3B5E04AF-3094-435E-B4CE-19B4DDF270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2048" y="5939875"/>
            <a:ext cx="2743200" cy="3651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73AB5F60-3C1F-41DD-B58A-3B7E23CC9D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49" y="2996953"/>
            <a:ext cx="3773772" cy="1584176"/>
          </a:xfrm>
        </p:spPr>
        <p:txBody>
          <a:bodyPr lIns="0" tIns="0" rIns="0" bIns="0" anchor="b">
            <a:noAutofit/>
          </a:bodyPr>
          <a:lstStyle>
            <a:lvl1pPr algn="l">
              <a:defRPr sz="4794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bearbeiten</a:t>
            </a:r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A18DDF52-5273-48AE-8D09-90DA7A10F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2049" y="4677552"/>
            <a:ext cx="3773772" cy="80519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131">
                <a:solidFill>
                  <a:schemeClr val="tx2"/>
                </a:solidFill>
              </a:defRPr>
            </a:lvl1pPr>
            <a:lvl2pPr marL="608853" indent="0" algn="ctr">
              <a:buNone/>
              <a:defRPr sz="2663"/>
            </a:lvl2pPr>
            <a:lvl3pPr marL="1217706" indent="0" algn="ctr">
              <a:buNone/>
              <a:defRPr sz="2397"/>
            </a:lvl3pPr>
            <a:lvl4pPr marL="1826560" indent="0" algn="ctr">
              <a:buNone/>
              <a:defRPr sz="2131"/>
            </a:lvl4pPr>
            <a:lvl5pPr marL="2435413" indent="0" algn="ctr">
              <a:buNone/>
              <a:defRPr sz="2131"/>
            </a:lvl5pPr>
            <a:lvl6pPr marL="3044266" indent="0" algn="ctr">
              <a:buNone/>
              <a:defRPr sz="2131"/>
            </a:lvl6pPr>
            <a:lvl7pPr marL="3653119" indent="0" algn="ctr">
              <a:buNone/>
              <a:defRPr sz="2131"/>
            </a:lvl7pPr>
            <a:lvl8pPr marL="4261973" indent="0" algn="ctr">
              <a:buNone/>
              <a:defRPr sz="2131"/>
            </a:lvl8pPr>
            <a:lvl9pPr marL="4870826" indent="0" algn="ctr">
              <a:buNone/>
              <a:defRPr sz="2131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335E6D46-1A90-4F85-971E-BE51B6E275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97066" y="513162"/>
            <a:ext cx="2038561" cy="777968"/>
            <a:chOff x="695325" y="516229"/>
            <a:chExt cx="2556359" cy="975572"/>
          </a:xfrm>
          <a:solidFill>
            <a:srgbClr val="0072BC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23343E36-3D15-4FBD-82A0-2EF69415466D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F35EBB84-4567-4B99-BCB2-9E4F2E74A659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8D04A692-1B93-4339-9E71-F30AA92C9F93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5237AA0D-D90E-4127-B627-42907D1E6150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76DE86-C438-4E37-A2C2-A3C892D489F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27848" y="1449388"/>
            <a:ext cx="7464152" cy="5095732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23394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zwei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8609EF01-760B-4279-96D2-9AE5DF9E07ED}"/>
              </a:ext>
            </a:extLst>
          </p:cNvPr>
          <p:cNvGrpSpPr/>
          <p:nvPr userDrawn="1"/>
        </p:nvGrpSpPr>
        <p:grpSpPr>
          <a:xfrm>
            <a:off x="-6502" y="6593007"/>
            <a:ext cx="12198503" cy="263834"/>
            <a:chOff x="-4877" y="4950860"/>
            <a:chExt cx="9148877" cy="198120"/>
          </a:xfrm>
        </p:grpSpPr>
        <p:sp>
          <p:nvSpPr>
            <p:cNvPr id="32" name="bk object 18">
              <a:extLst>
                <a:ext uri="{FF2B5EF4-FFF2-40B4-BE49-F238E27FC236}">
                  <a16:creationId xmlns:a16="http://schemas.microsoft.com/office/drawing/2014/main" id="{A4C7AC9B-CEA5-4C57-B178-3624C6812F1D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3" name="bk object 18">
              <a:extLst>
                <a:ext uri="{FF2B5EF4-FFF2-40B4-BE49-F238E27FC236}">
                  <a16:creationId xmlns:a16="http://schemas.microsoft.com/office/drawing/2014/main" id="{D054BE5A-53A6-4A25-B171-207E0A5A15D9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4" name="Holder 3">
              <a:extLst>
                <a:ext uri="{FF2B5EF4-FFF2-40B4-BE49-F238E27FC236}">
                  <a16:creationId xmlns:a16="http://schemas.microsoft.com/office/drawing/2014/main" id="{7E7A0D5B-9864-42E6-BDCD-A3D2A068635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13">
                <a:spcBef>
                  <a:spcPts val="7"/>
                </a:spcBef>
              </a:pPr>
              <a:r>
                <a:rPr lang="de-DE" sz="1332" spc="13" dirty="0"/>
                <a:t>hhu.de</a:t>
              </a:r>
            </a:p>
          </p:txBody>
        </p:sp>
      </p:grp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3B5E04AF-3094-435E-B4CE-19B4DDF270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400" y="5939875"/>
            <a:ext cx="2743200" cy="3651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73AB5F60-3C1F-41DD-B58A-3B7E23CC9D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48" y="5085185"/>
            <a:ext cx="7698208" cy="756084"/>
          </a:xfrm>
        </p:spPr>
        <p:txBody>
          <a:bodyPr lIns="0" tIns="0" rIns="0" bIns="0" anchor="b">
            <a:noAutofit/>
          </a:bodyPr>
          <a:lstStyle>
            <a:lvl1pPr algn="l">
              <a:defRPr sz="4794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bearbeiten</a:t>
            </a:r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A18DDF52-5273-48AE-8D09-90DA7A10F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2048" y="5937692"/>
            <a:ext cx="7698208" cy="365125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131">
                <a:solidFill>
                  <a:schemeClr val="tx2"/>
                </a:solidFill>
              </a:defRPr>
            </a:lvl1pPr>
            <a:lvl2pPr marL="608853" indent="0" algn="ctr">
              <a:buNone/>
              <a:defRPr sz="2663"/>
            </a:lvl2pPr>
            <a:lvl3pPr marL="1217706" indent="0" algn="ctr">
              <a:buNone/>
              <a:defRPr sz="2397"/>
            </a:lvl3pPr>
            <a:lvl4pPr marL="1826560" indent="0" algn="ctr">
              <a:buNone/>
              <a:defRPr sz="2131"/>
            </a:lvl4pPr>
            <a:lvl5pPr marL="2435413" indent="0" algn="ctr">
              <a:buNone/>
              <a:defRPr sz="2131"/>
            </a:lvl5pPr>
            <a:lvl6pPr marL="3044266" indent="0" algn="ctr">
              <a:buNone/>
              <a:defRPr sz="2131"/>
            </a:lvl6pPr>
            <a:lvl7pPr marL="3653119" indent="0" algn="ctr">
              <a:buNone/>
              <a:defRPr sz="2131"/>
            </a:lvl7pPr>
            <a:lvl8pPr marL="4261973" indent="0" algn="ctr">
              <a:buNone/>
              <a:defRPr sz="2131"/>
            </a:lvl8pPr>
            <a:lvl9pPr marL="4870826" indent="0" algn="ctr">
              <a:buNone/>
              <a:defRPr sz="2131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grpSp>
        <p:nvGrpSpPr>
          <p:cNvPr id="14" name="Grafik 6">
            <a:extLst>
              <a:ext uri="{FF2B5EF4-FFF2-40B4-BE49-F238E27FC236}">
                <a16:creationId xmlns:a16="http://schemas.microsoft.com/office/drawing/2014/main" id="{06DED613-6C95-44B4-934D-915F765D5EC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97066" y="513162"/>
            <a:ext cx="2038561" cy="777968"/>
            <a:chOff x="695325" y="516229"/>
            <a:chExt cx="2556359" cy="975572"/>
          </a:xfrm>
          <a:solidFill>
            <a:srgbClr val="0072BC"/>
          </a:solidFill>
        </p:grpSpPr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ED8DE4AB-9CB4-42A7-9E68-6E2FAB87CDD7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2AF7295B-8EB5-4B3E-B347-40D564DF2E8A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19EB503C-B339-4925-A963-9A41C6D48A86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458334B5-873D-4772-A5CD-6DB0CA382F6C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9443CD-BCA7-46CF-AFA8-330C4634025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1894193"/>
            <a:ext cx="8904312" cy="3190989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B24558D-B62E-4475-9EF0-8C38F6D9AB6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987999" y="1894195"/>
            <a:ext cx="3204000" cy="3190989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823002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2D474F-8BEC-4D91-A03D-D9362EBEA4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Inhaltsverzeichnis (Text 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49AD49C-66AF-4DEA-AFAD-00CFC0FCD9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8A236E8-550F-4D48-A470-B5B6ACB7D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CEECEC85-61F4-4B79-8C27-7F9D489194F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317469" y="1894195"/>
            <a:ext cx="4874531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0A45E48-BE13-4673-A7CD-2D5059A1B6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400" y="1894193"/>
            <a:ext cx="6115051" cy="4650925"/>
          </a:xfrm>
        </p:spPr>
        <p:txBody>
          <a:bodyPr>
            <a:noAutofit/>
          </a:bodyPr>
          <a:lstStyle>
            <a:lvl1pPr marL="393218" indent="-393218">
              <a:spcBef>
                <a:spcPts val="1598"/>
              </a:spcBef>
              <a:buFont typeface="+mj-lt"/>
              <a:buAutoNum type="arabicPeriod"/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9260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2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389A477-57D5-4BE0-806F-7840FB2B8F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400" y="1894193"/>
            <a:ext cx="10795000" cy="4650925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0420467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21D334-520E-4FBB-B8A8-6A609B53F9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5400" y="1894193"/>
            <a:ext cx="10801349" cy="4650925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1DE3242-4A0A-49BE-B977-923FDF4B3B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6" y="1449389"/>
            <a:ext cx="1080135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947105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Untertitel, gross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BFE84D2-D951-43C8-81B8-BCF2BCBCC3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5400" y="2058462"/>
            <a:ext cx="10801349" cy="4409922"/>
          </a:xfrm>
        </p:spPr>
        <p:txBody>
          <a:bodyPr>
            <a:noAutofit/>
          </a:bodyPr>
          <a:lstStyle>
            <a:lvl1pPr>
              <a:defRPr sz="2663"/>
            </a:lvl1pPr>
            <a:lvl2pPr>
              <a:defRPr sz="2397"/>
            </a:lvl2pPr>
            <a:lvl3pPr>
              <a:defRPr sz="2131"/>
            </a:lvl3pPr>
            <a:lvl4pPr>
              <a:defRPr sz="2131"/>
            </a:lvl4pPr>
            <a:lvl5pPr>
              <a:defRPr sz="2131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030E0540-8401-4306-9BF6-492F808884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6" y="1449389"/>
            <a:ext cx="1080135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3196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025446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2D15A-E19B-4725-AC01-F52639F0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FDF4B-5FA2-4BE9-91FF-2874E76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2C360C-95DE-4762-ABD3-B6787C41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B557236-B6F1-4EF1-92AD-2624537923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400" y="1894193"/>
            <a:ext cx="5255683" cy="4560021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D9B5E02-9A16-49B4-9355-BE71C0D665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9933" y="1894195"/>
            <a:ext cx="5257800" cy="456002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584662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>
          <p15:clr>
            <a:srgbClr val="FBAE40"/>
          </p15:clr>
        </p15:guide>
        <p15:guide id="2" pos="2948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2D15A-E19B-4725-AC01-F52639F0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tIns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FDF4B-5FA2-4BE9-91FF-2874E76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2C360C-95DE-4762-ABD3-B6787C41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B1E48B2-9056-46C9-8170-057A7DDAE8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5400" y="1894193"/>
            <a:ext cx="5255683" cy="4650925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C9A547D-69C2-4513-9E4D-7F7C15B98C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9934" y="1894195"/>
            <a:ext cx="5249333" cy="46509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524BA3A-5E5B-4B9E-872F-9D551BF905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5327" y="1449389"/>
            <a:ext cx="525674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B84DD4AE-7842-411B-B7CF-80BB2ECD2D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40992" y="1449389"/>
            <a:ext cx="525674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88453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>
          <p15:clr>
            <a:srgbClr val="FBAE40"/>
          </p15:clr>
        </p15:guide>
        <p15:guide id="2" pos="294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n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B86FA-3D14-41C0-ACAC-6E7B70336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BA41F9-75EC-4CB8-BD53-56651250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A52C21-7FA6-4626-B212-C78D015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0FFFB7A-A86B-49FF-8A42-D51942986D7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96385" y="1894195"/>
            <a:ext cx="10800292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F3492897-1306-4B56-ABBF-BECC42C3FC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6" y="1449389"/>
            <a:ext cx="1080135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25810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4">
          <p15:clr>
            <a:srgbClr val="FBAE40"/>
          </p15:clr>
        </p15:guide>
        <p15:guide id="2" pos="3799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B86FA-3D14-41C0-ACAC-6E7B70336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BA41F9-75EC-4CB8-BD53-56651250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A52C21-7FA6-4626-B212-C78D015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C0C6EB1C-18E9-44D2-B97A-2055909E56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1218" y="1894195"/>
            <a:ext cx="3454399" cy="46509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0FFFB7A-A86B-49FF-8A42-D51942986D7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96385" y="1894195"/>
            <a:ext cx="7080249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B5EF241F-A27F-4745-A9E0-F1A18E6D553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6" y="1449389"/>
            <a:ext cx="1080135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63623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4">
          <p15:clr>
            <a:srgbClr val="FBAE40"/>
          </p15:clr>
        </p15:guide>
        <p15:guide id="2" pos="3799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B86FA-3D14-41C0-ACAC-6E7B70336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BA41F9-75EC-4CB8-BD53-56651250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A52C21-7FA6-4626-B212-C78D015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4ED614B-D2A2-4F44-8C55-EA89904996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5400" y="1894193"/>
            <a:ext cx="3454400" cy="4650925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78E908BC-1AEE-469A-8B07-24C581B6328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415367" y="1894195"/>
            <a:ext cx="7080251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A6859166-82E3-4ADA-A7AC-E590A723DE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5326" y="1449389"/>
            <a:ext cx="1080135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93597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961">
          <p15:clr>
            <a:srgbClr val="FBAE40"/>
          </p15:clr>
        </p15:guide>
        <p15:guide id="3" pos="2086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2D15A-E19B-4725-AC01-F52639F0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FDF4B-5FA2-4BE9-91FF-2874E76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2C360C-95DE-4762-ABD3-B6787C41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FDB2AAA-C98E-4D27-9188-E7E5DBFF09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6384" y="1894195"/>
            <a:ext cx="5255683" cy="21817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5823B8EE-EC69-45B2-BAC9-1BCA4FBF1E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39934" y="1894195"/>
            <a:ext cx="5255684" cy="21817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640510EC-0518-429F-B934-724E542AEEB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6384" y="4245026"/>
            <a:ext cx="5255683" cy="21817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2C5C7A3E-AD9D-494E-9656-60D17A2D3D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39933" y="4245027"/>
            <a:ext cx="5257800" cy="21817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339527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>
          <p15:clr>
            <a:srgbClr val="FBAE40"/>
          </p15:clr>
        </p15:guide>
        <p15:guide id="2" pos="2948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6BE7D15-C3F6-44ED-81D4-5CA3DF1394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384" y="1894195"/>
            <a:ext cx="5255683" cy="46509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A225A19B-F9D6-496E-93F0-23086F37CD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9933" y="1894195"/>
            <a:ext cx="5257800" cy="4650925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6D4CE321-A941-4440-9880-327F96B667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5326" y="1449389"/>
            <a:ext cx="1080135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40953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>
          <p15:clr>
            <a:srgbClr val="FBAE40"/>
          </p15:clr>
        </p15:guide>
        <p15:guide id="2" pos="2948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Kop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A8B718B6-0A12-456A-A2B2-DDCE96D85C32}"/>
              </a:ext>
            </a:extLst>
          </p:cNvPr>
          <p:cNvGrpSpPr/>
          <p:nvPr userDrawn="1"/>
        </p:nvGrpSpPr>
        <p:grpSpPr>
          <a:xfrm>
            <a:off x="-6502" y="6593007"/>
            <a:ext cx="12198503" cy="263834"/>
            <a:chOff x="-4877" y="4950860"/>
            <a:chExt cx="9148877" cy="198120"/>
          </a:xfrm>
        </p:grpSpPr>
        <p:sp>
          <p:nvSpPr>
            <p:cNvPr id="54" name="bk object 18">
              <a:extLst>
                <a:ext uri="{FF2B5EF4-FFF2-40B4-BE49-F238E27FC236}">
                  <a16:creationId xmlns:a16="http://schemas.microsoft.com/office/drawing/2014/main" id="{AA03ADD9-BB66-4FBA-AA38-A477A97E7E8A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5" name="bk object 18">
              <a:extLst>
                <a:ext uri="{FF2B5EF4-FFF2-40B4-BE49-F238E27FC236}">
                  <a16:creationId xmlns:a16="http://schemas.microsoft.com/office/drawing/2014/main" id="{483C21C1-427D-47E5-8D0D-E9E03790F6E3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6" name="Holder 3">
              <a:extLst>
                <a:ext uri="{FF2B5EF4-FFF2-40B4-BE49-F238E27FC236}">
                  <a16:creationId xmlns:a16="http://schemas.microsoft.com/office/drawing/2014/main" id="{E224A6C7-1F26-4748-BB34-5F7E18EFB33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13">
                <a:spcBef>
                  <a:spcPts val="7"/>
                </a:spcBef>
              </a:pPr>
              <a:r>
                <a:rPr lang="de-DE" sz="1332" spc="13" dirty="0"/>
                <a:t>hhu.de</a:t>
              </a:r>
            </a:p>
          </p:txBody>
        </p:sp>
      </p:grpSp>
      <p:grpSp>
        <p:nvGrpSpPr>
          <p:cNvPr id="16" name="Grafik 9">
            <a:extLst>
              <a:ext uri="{FF2B5EF4-FFF2-40B4-BE49-F238E27FC236}">
                <a16:creationId xmlns:a16="http://schemas.microsoft.com/office/drawing/2014/main" id="{FDF40BED-CE41-4F2B-9008-0CAE3088D83B}"/>
              </a:ext>
            </a:extLst>
          </p:cNvPr>
          <p:cNvGrpSpPr/>
          <p:nvPr userDrawn="1"/>
        </p:nvGrpSpPr>
        <p:grpSpPr>
          <a:xfrm>
            <a:off x="10321916" y="525078"/>
            <a:ext cx="1399107" cy="827140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17" name="Grafik 9">
              <a:extLst>
                <a:ext uri="{FF2B5EF4-FFF2-40B4-BE49-F238E27FC236}">
                  <a16:creationId xmlns:a16="http://schemas.microsoft.com/office/drawing/2014/main" id="{0B49B38F-6A41-4759-B72C-5F216A133318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CBFECEB3-E5D0-4A80-BB99-C9B0C0773EAA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205BBD97-9903-40A9-8B6F-28C8A15C6553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601EB764-A17E-450D-B58A-6703C97C9CE9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82DD2E94-DB4B-4BD8-BFDB-FDFAA8C69EA1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832D3428-693C-4D74-94D9-E68B7A16B041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0E083E88-01F2-4468-BC37-D107C47234B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CE077675-12C0-483D-8266-8C564517BD07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FF4BAE46-A2AC-42A1-814E-CFCC32BEF113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A46A2275-819B-4DE9-965C-8B94B846FB54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1" name="Grafik 9">
              <a:extLst>
                <a:ext uri="{FF2B5EF4-FFF2-40B4-BE49-F238E27FC236}">
                  <a16:creationId xmlns:a16="http://schemas.microsoft.com/office/drawing/2014/main" id="{E34EB2FE-23B4-47AC-B2B7-CDB4683102DA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FD23CBD4-1BEB-423E-8DC2-39059E53AA13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2C65A015-E440-4675-B7F3-555C1D4FBF52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9333A91E-2316-4EF6-B3D9-6EEBD206C840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3" name="Grafik 9">
              <a:extLst>
                <a:ext uri="{FF2B5EF4-FFF2-40B4-BE49-F238E27FC236}">
                  <a16:creationId xmlns:a16="http://schemas.microsoft.com/office/drawing/2014/main" id="{C8616353-1EFD-4898-8A56-A00BAFC56FC0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9797380-64F5-4BE7-99B6-07726B5EFB53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FB09C04D-B801-4043-976F-2CB57892DD7A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0C5D06E4-755E-46B7-B5D7-711E6626EED4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C88A03F6-FACB-4995-B138-81008C66E66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29192B9C-F3FF-4EAF-BBCF-ACEA07ACC4A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7" name="Grafik 9">
              <a:extLst>
                <a:ext uri="{FF2B5EF4-FFF2-40B4-BE49-F238E27FC236}">
                  <a16:creationId xmlns:a16="http://schemas.microsoft.com/office/drawing/2014/main" id="{3BE7F837-4861-4A4D-BD76-15443C5AA3A4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BB1FE5B7-58E9-40E5-A04E-E7CAAE5D0E3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E90E6BEA-4D78-4289-A05B-4F064701D3E5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0" name="Freihandform: Form 29">
                <a:extLst>
                  <a:ext uri="{FF2B5EF4-FFF2-40B4-BE49-F238E27FC236}">
                    <a16:creationId xmlns:a16="http://schemas.microsoft.com/office/drawing/2014/main" id="{174474D8-C33C-4271-85AE-095508EFB8EE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22FEF1E6-C2ED-48D1-B68D-F0300DB16821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</p:grpSp>
      <p:pic>
        <p:nvPicPr>
          <p:cNvPr id="12" name="Grafik 11">
            <a:extLst>
              <a:ext uri="{FF2B5EF4-FFF2-40B4-BE49-F238E27FC236}">
                <a16:creationId xmlns:a16="http://schemas.microsoft.com/office/drawing/2014/main" id="{3B9C8E9F-01A9-4CE0-8030-B76B3BE38D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921" t="8747" b="17591"/>
          <a:stretch>
            <a:fillRect/>
          </a:stretch>
        </p:blipFill>
        <p:spPr>
          <a:xfrm>
            <a:off x="0" y="0"/>
            <a:ext cx="4975944" cy="6545120"/>
          </a:xfrm>
          <a:custGeom>
            <a:avLst/>
            <a:gdLst>
              <a:gd name="connsiteX0" fmla="*/ 0 w 5015880"/>
              <a:gd name="connsiteY0" fmla="*/ 0 h 6597650"/>
              <a:gd name="connsiteX1" fmla="*/ 5015880 w 5015880"/>
              <a:gd name="connsiteY1" fmla="*/ 0 h 6597650"/>
              <a:gd name="connsiteX2" fmla="*/ 5015880 w 5015880"/>
              <a:gd name="connsiteY2" fmla="*/ 6597650 h 6597650"/>
              <a:gd name="connsiteX3" fmla="*/ 0 w 5015880"/>
              <a:gd name="connsiteY3" fmla="*/ 6597650 h 659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4C0BC30-E626-4EC3-B52E-EC6CECC18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2068" y="440669"/>
            <a:ext cx="3852421" cy="602352"/>
          </a:xfrm>
        </p:spPr>
        <p:txBody>
          <a:bodyPr/>
          <a:lstStyle/>
          <a:p>
            <a:r>
              <a:rPr lang="de-DE" dirty="0"/>
              <a:t>Titel</a:t>
            </a:r>
          </a:p>
        </p:txBody>
      </p: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F23939B8-98AC-4295-9C3F-D06AC0E2B265}"/>
              </a:ext>
            </a:extLst>
          </p:cNvPr>
          <p:cNvCxnSpPr>
            <a:cxnSpLocks/>
          </p:cNvCxnSpPr>
          <p:nvPr userDrawn="1"/>
        </p:nvCxnSpPr>
        <p:spPr>
          <a:xfrm>
            <a:off x="5952069" y="1298040"/>
            <a:ext cx="3852420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6C751C-C99C-4A88-ADDD-C33FB6EC87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2067" y="1894195"/>
            <a:ext cx="5825067" cy="4650925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2" name="Textplatzhalter 9">
            <a:extLst>
              <a:ext uri="{FF2B5EF4-FFF2-40B4-BE49-F238E27FC236}">
                <a16:creationId xmlns:a16="http://schemas.microsoft.com/office/drawing/2014/main" id="{E4C94B29-D663-4D46-BC85-1EE4E8715F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52068" y="1449389"/>
            <a:ext cx="5544609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86800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D03C39F-F4DA-4E33-9C12-0C07D46B74D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67436" y="1894195"/>
            <a:ext cx="6024563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5337AD4-58C4-4CD3-B6EE-0320BEF61A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401" y="1894193"/>
            <a:ext cx="5005916" cy="4650925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F7C652DC-A5C6-48EB-A305-6D10BD956A7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5326" y="1449389"/>
            <a:ext cx="5005916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451503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zwei Bilde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1ADE6869-998B-4809-AE43-C38E35BE8AA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67438" y="1894195"/>
            <a:ext cx="2989263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B574367-BB34-447D-A233-6E083CBE551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228138" y="1894193"/>
            <a:ext cx="2963863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7DFAE767-5641-4D3F-9095-84DF276507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6385" y="1894195"/>
            <a:ext cx="5005916" cy="46509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2D8BA4BA-FB64-43C5-A66D-4FDB44EE8E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7" y="1449389"/>
            <a:ext cx="5005916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07164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60">
          <p15:clr>
            <a:srgbClr val="FBAE40"/>
          </p15:clr>
        </p15:guide>
        <p15:guide id="2" pos="4326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7376B4C5-BE86-46E2-BB73-C84DD0D0A2B1}"/>
              </a:ext>
            </a:extLst>
          </p:cNvPr>
          <p:cNvGrpSpPr/>
          <p:nvPr userDrawn="1"/>
        </p:nvGrpSpPr>
        <p:grpSpPr>
          <a:xfrm>
            <a:off x="-6502" y="6593007"/>
            <a:ext cx="12198503" cy="263834"/>
            <a:chOff x="-4877" y="4950860"/>
            <a:chExt cx="9148877" cy="198120"/>
          </a:xfrm>
        </p:grpSpPr>
        <p:sp>
          <p:nvSpPr>
            <p:cNvPr id="55" name="bk object 18">
              <a:extLst>
                <a:ext uri="{FF2B5EF4-FFF2-40B4-BE49-F238E27FC236}">
                  <a16:creationId xmlns:a16="http://schemas.microsoft.com/office/drawing/2014/main" id="{554B3AC1-FDFF-4DC3-9DC6-81F70D7AA0BB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6" name="bk object 18">
              <a:extLst>
                <a:ext uri="{FF2B5EF4-FFF2-40B4-BE49-F238E27FC236}">
                  <a16:creationId xmlns:a16="http://schemas.microsoft.com/office/drawing/2014/main" id="{77DD96AE-1808-4743-8DCB-608D8DC68352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7" name="Holder 3">
              <a:extLst>
                <a:ext uri="{FF2B5EF4-FFF2-40B4-BE49-F238E27FC236}">
                  <a16:creationId xmlns:a16="http://schemas.microsoft.com/office/drawing/2014/main" id="{DA1288D7-3EDD-4960-BA1A-AED8C420D13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13">
                <a:spcBef>
                  <a:spcPts val="7"/>
                </a:spcBef>
              </a:pPr>
              <a:r>
                <a:rPr lang="de-DE" sz="1332" spc="13" dirty="0"/>
                <a:t>hhu.de</a:t>
              </a:r>
            </a:p>
          </p:txBody>
        </p:sp>
      </p:grpSp>
      <p:grpSp>
        <p:nvGrpSpPr>
          <p:cNvPr id="16" name="Grafik 9">
            <a:extLst>
              <a:ext uri="{FF2B5EF4-FFF2-40B4-BE49-F238E27FC236}">
                <a16:creationId xmlns:a16="http://schemas.microsoft.com/office/drawing/2014/main" id="{FDF40BED-CE41-4F2B-9008-0CAE3088D83B}"/>
              </a:ext>
            </a:extLst>
          </p:cNvPr>
          <p:cNvGrpSpPr/>
          <p:nvPr userDrawn="1"/>
        </p:nvGrpSpPr>
        <p:grpSpPr>
          <a:xfrm>
            <a:off x="10321916" y="525078"/>
            <a:ext cx="1399107" cy="827140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17" name="Grafik 9">
              <a:extLst>
                <a:ext uri="{FF2B5EF4-FFF2-40B4-BE49-F238E27FC236}">
                  <a16:creationId xmlns:a16="http://schemas.microsoft.com/office/drawing/2014/main" id="{0B49B38F-6A41-4759-B72C-5F216A133318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CBFECEB3-E5D0-4A80-BB99-C9B0C0773EAA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205BBD97-9903-40A9-8B6F-28C8A15C6553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601EB764-A17E-450D-B58A-6703C97C9CE9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82DD2E94-DB4B-4BD8-BFDB-FDFAA8C69EA1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832D3428-693C-4D74-94D9-E68B7A16B041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0E083E88-01F2-4468-BC37-D107C47234B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CE077675-12C0-483D-8266-8C564517BD07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FF4BAE46-A2AC-42A1-814E-CFCC32BEF113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A46A2275-819B-4DE9-965C-8B94B846FB54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1" name="Grafik 9">
              <a:extLst>
                <a:ext uri="{FF2B5EF4-FFF2-40B4-BE49-F238E27FC236}">
                  <a16:creationId xmlns:a16="http://schemas.microsoft.com/office/drawing/2014/main" id="{E34EB2FE-23B4-47AC-B2B7-CDB4683102DA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FD23CBD4-1BEB-423E-8DC2-39059E53AA13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2C65A015-E440-4675-B7F3-555C1D4FBF52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9333A91E-2316-4EF6-B3D9-6EEBD206C840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3" name="Grafik 9">
              <a:extLst>
                <a:ext uri="{FF2B5EF4-FFF2-40B4-BE49-F238E27FC236}">
                  <a16:creationId xmlns:a16="http://schemas.microsoft.com/office/drawing/2014/main" id="{C8616353-1EFD-4898-8A56-A00BAFC56FC0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9797380-64F5-4BE7-99B6-07726B5EFB53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FB09C04D-B801-4043-976F-2CB57892DD7A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0C5D06E4-755E-46B7-B5D7-711E6626EED4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C88A03F6-FACB-4995-B138-81008C66E66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29192B9C-F3FF-4EAF-BBCF-ACEA07ACC4A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7" name="Grafik 9">
              <a:extLst>
                <a:ext uri="{FF2B5EF4-FFF2-40B4-BE49-F238E27FC236}">
                  <a16:creationId xmlns:a16="http://schemas.microsoft.com/office/drawing/2014/main" id="{3BE7F837-4861-4A4D-BD76-15443C5AA3A4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BB1FE5B7-58E9-40E5-A04E-E7CAAE5D0E3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E90E6BEA-4D78-4289-A05B-4F064701D3E5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0" name="Freihandform: Form 29">
                <a:extLst>
                  <a:ext uri="{FF2B5EF4-FFF2-40B4-BE49-F238E27FC236}">
                    <a16:creationId xmlns:a16="http://schemas.microsoft.com/office/drawing/2014/main" id="{174474D8-C33C-4271-85AE-095508EFB8EE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22FEF1E6-C2ED-48D1-B68D-F0300DB16821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4C0BC30-E626-4EC3-B52E-EC6CECC18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7440" y="440669"/>
            <a:ext cx="3637049" cy="602352"/>
          </a:xfrm>
        </p:spPr>
        <p:txBody>
          <a:bodyPr/>
          <a:lstStyle/>
          <a:p>
            <a:r>
              <a:rPr lang="de-DE" dirty="0"/>
              <a:t>Titel</a:t>
            </a:r>
          </a:p>
        </p:txBody>
      </p: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2A6B4FCA-16D8-4C61-9911-C6EBBA2E9614}"/>
              </a:ext>
            </a:extLst>
          </p:cNvPr>
          <p:cNvCxnSpPr>
            <a:cxnSpLocks/>
          </p:cNvCxnSpPr>
          <p:nvPr userDrawn="1"/>
        </p:nvCxnSpPr>
        <p:spPr>
          <a:xfrm>
            <a:off x="6167968" y="1298040"/>
            <a:ext cx="3636521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973DDC7-C42E-4F39-AF1D-5C1BA1202CB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-8041" y="-2"/>
            <a:ext cx="5703040" cy="654512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8E86CCD-5F3A-4D32-9430-6A5FA2D999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7437" y="1894195"/>
            <a:ext cx="5330296" cy="4644583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2" name="Textplatzhalter 9">
            <a:extLst>
              <a:ext uri="{FF2B5EF4-FFF2-40B4-BE49-F238E27FC236}">
                <a16:creationId xmlns:a16="http://schemas.microsoft.com/office/drawing/2014/main" id="{0932BE4D-D3DC-4293-B6F8-AD2578029F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67438" y="1449389"/>
            <a:ext cx="5329239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784228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zwei Bilder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CBB2739F-531B-406E-B9AE-7F5955A4C086}"/>
              </a:ext>
            </a:extLst>
          </p:cNvPr>
          <p:cNvGrpSpPr/>
          <p:nvPr userDrawn="1"/>
        </p:nvGrpSpPr>
        <p:grpSpPr>
          <a:xfrm>
            <a:off x="-6502" y="6593007"/>
            <a:ext cx="12198503" cy="263834"/>
            <a:chOff x="-4877" y="4950860"/>
            <a:chExt cx="9148877" cy="198120"/>
          </a:xfrm>
        </p:grpSpPr>
        <p:sp>
          <p:nvSpPr>
            <p:cNvPr id="56" name="bk object 18">
              <a:extLst>
                <a:ext uri="{FF2B5EF4-FFF2-40B4-BE49-F238E27FC236}">
                  <a16:creationId xmlns:a16="http://schemas.microsoft.com/office/drawing/2014/main" id="{10BD749C-F32D-4FA0-8B2F-E4376F4459C1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7" name="bk object 18">
              <a:extLst>
                <a:ext uri="{FF2B5EF4-FFF2-40B4-BE49-F238E27FC236}">
                  <a16:creationId xmlns:a16="http://schemas.microsoft.com/office/drawing/2014/main" id="{75AD1741-5FE5-4A33-9577-F1F4588F6C91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8" name="Holder 3">
              <a:extLst>
                <a:ext uri="{FF2B5EF4-FFF2-40B4-BE49-F238E27FC236}">
                  <a16:creationId xmlns:a16="http://schemas.microsoft.com/office/drawing/2014/main" id="{BF81CE3E-1239-4D0D-8337-4AABB0EB94B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13">
                <a:spcBef>
                  <a:spcPts val="7"/>
                </a:spcBef>
              </a:pPr>
              <a:r>
                <a:rPr lang="de-DE" sz="1332" spc="13" dirty="0"/>
                <a:t>hhu.de</a:t>
              </a:r>
            </a:p>
          </p:txBody>
        </p:sp>
      </p:grpSp>
      <p:grpSp>
        <p:nvGrpSpPr>
          <p:cNvPr id="16" name="Grafik 9">
            <a:extLst>
              <a:ext uri="{FF2B5EF4-FFF2-40B4-BE49-F238E27FC236}">
                <a16:creationId xmlns:a16="http://schemas.microsoft.com/office/drawing/2014/main" id="{FDF40BED-CE41-4F2B-9008-0CAE3088D83B}"/>
              </a:ext>
            </a:extLst>
          </p:cNvPr>
          <p:cNvGrpSpPr/>
          <p:nvPr userDrawn="1"/>
        </p:nvGrpSpPr>
        <p:grpSpPr>
          <a:xfrm>
            <a:off x="10321916" y="525078"/>
            <a:ext cx="1399107" cy="827140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17" name="Grafik 9">
              <a:extLst>
                <a:ext uri="{FF2B5EF4-FFF2-40B4-BE49-F238E27FC236}">
                  <a16:creationId xmlns:a16="http://schemas.microsoft.com/office/drawing/2014/main" id="{0B49B38F-6A41-4759-B72C-5F216A133318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CBFECEB3-E5D0-4A80-BB99-C9B0C0773EAA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205BBD97-9903-40A9-8B6F-28C8A15C6553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601EB764-A17E-450D-B58A-6703C97C9CE9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82DD2E94-DB4B-4BD8-BFDB-FDFAA8C69EA1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832D3428-693C-4D74-94D9-E68B7A16B041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0E083E88-01F2-4468-BC37-D107C47234B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CE077675-12C0-483D-8266-8C564517BD07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FF4BAE46-A2AC-42A1-814E-CFCC32BEF113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A46A2275-819B-4DE9-965C-8B94B846FB54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1" name="Grafik 9">
              <a:extLst>
                <a:ext uri="{FF2B5EF4-FFF2-40B4-BE49-F238E27FC236}">
                  <a16:creationId xmlns:a16="http://schemas.microsoft.com/office/drawing/2014/main" id="{E34EB2FE-23B4-47AC-B2B7-CDB4683102DA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FD23CBD4-1BEB-423E-8DC2-39059E53AA13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2C65A015-E440-4675-B7F3-555C1D4FBF52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9333A91E-2316-4EF6-B3D9-6EEBD206C840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3" name="Grafik 9">
              <a:extLst>
                <a:ext uri="{FF2B5EF4-FFF2-40B4-BE49-F238E27FC236}">
                  <a16:creationId xmlns:a16="http://schemas.microsoft.com/office/drawing/2014/main" id="{C8616353-1EFD-4898-8A56-A00BAFC56FC0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9797380-64F5-4BE7-99B6-07726B5EFB53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FB09C04D-B801-4043-976F-2CB57892DD7A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0C5D06E4-755E-46B7-B5D7-711E6626EED4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C88A03F6-FACB-4995-B138-81008C66E66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29192B9C-F3FF-4EAF-BBCF-ACEA07ACC4A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7" name="Grafik 9">
              <a:extLst>
                <a:ext uri="{FF2B5EF4-FFF2-40B4-BE49-F238E27FC236}">
                  <a16:creationId xmlns:a16="http://schemas.microsoft.com/office/drawing/2014/main" id="{3BE7F837-4861-4A4D-BD76-15443C5AA3A4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BB1FE5B7-58E9-40E5-A04E-E7CAAE5D0E3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E90E6BEA-4D78-4289-A05B-4F064701D3E5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0" name="Freihandform: Form 29">
                <a:extLst>
                  <a:ext uri="{FF2B5EF4-FFF2-40B4-BE49-F238E27FC236}">
                    <a16:creationId xmlns:a16="http://schemas.microsoft.com/office/drawing/2014/main" id="{174474D8-C33C-4271-85AE-095508EFB8EE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22FEF1E6-C2ED-48D1-B68D-F0300DB16821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4C0BC30-E626-4EC3-B52E-EC6CECC18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7440" y="440669"/>
            <a:ext cx="3637049" cy="602352"/>
          </a:xfrm>
        </p:spPr>
        <p:txBody>
          <a:bodyPr/>
          <a:lstStyle/>
          <a:p>
            <a:r>
              <a:rPr lang="de-DE" dirty="0"/>
              <a:t>Titel</a:t>
            </a:r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C79038B0-AD42-42B7-8D15-303CEBA1DC4C}"/>
              </a:ext>
            </a:extLst>
          </p:cNvPr>
          <p:cNvCxnSpPr>
            <a:cxnSpLocks/>
          </p:cNvCxnSpPr>
          <p:nvPr userDrawn="1"/>
        </p:nvCxnSpPr>
        <p:spPr>
          <a:xfrm>
            <a:off x="6167968" y="1298040"/>
            <a:ext cx="3636521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9464C44-AFA3-4DC5-AA03-2798F14ED87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" y="1"/>
            <a:ext cx="5701679" cy="323753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E691ED2-3E52-4E4A-9F7C-C8A1129667C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" y="3321051"/>
            <a:ext cx="5701679" cy="3224069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49" name="Textplatzhalter 6">
            <a:extLst>
              <a:ext uri="{FF2B5EF4-FFF2-40B4-BE49-F238E27FC236}">
                <a16:creationId xmlns:a16="http://schemas.microsoft.com/office/drawing/2014/main" id="{7826728D-0439-4A76-A6FC-AAE7B4BDFA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7437" y="1894195"/>
            <a:ext cx="5333691" cy="4644583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2" name="Textplatzhalter 9">
            <a:extLst>
              <a:ext uri="{FF2B5EF4-FFF2-40B4-BE49-F238E27FC236}">
                <a16:creationId xmlns:a16="http://schemas.microsoft.com/office/drawing/2014/main" id="{6CA70A77-A6F0-4164-8C3A-0A11A527FA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62985" y="1449389"/>
            <a:ext cx="533369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60353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71">
          <p15:clr>
            <a:srgbClr val="FBAE40"/>
          </p15:clr>
        </p15:guide>
        <p15:guide id="2" orient="horz" pos="153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133C81B-6C39-4BD5-9BF9-8617341D801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0" y="1894195"/>
            <a:ext cx="6059488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915B8044-0142-42E8-8428-B098000CEBD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32512" y="1894195"/>
            <a:ext cx="6059488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DCD8515B-3FAA-49D1-9325-FCE6A6E2CA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6" y="1449389"/>
            <a:ext cx="1080135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82612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63">
          <p15:clr>
            <a:srgbClr val="FBAE40"/>
          </p15:clr>
        </p15:guide>
        <p15:guide id="2" pos="289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C021923-B745-4638-A634-E1DA375F90E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" y="1894193"/>
            <a:ext cx="3971927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47556F71-EDA3-472E-9372-CE0F4A69672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043363" y="1894195"/>
            <a:ext cx="4105275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C1ADC803-A245-408E-AB12-EC54C19B5108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220078" y="1894195"/>
            <a:ext cx="3971924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8BF9FAA4-D548-4161-842B-AA7FC87A01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6" y="1449389"/>
            <a:ext cx="1080135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66621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10">
          <p15:clr>
            <a:srgbClr val="FBAE40"/>
          </p15:clr>
        </p15:guide>
        <p15:guide id="3" pos="3850">
          <p15:clr>
            <a:srgbClr val="FBAE40"/>
          </p15:clr>
        </p15:guide>
        <p15:guide id="4" pos="3884">
          <p15:clr>
            <a:srgbClr val="FBAE40"/>
          </p15:clr>
        </p15:guide>
        <p15:guide id="5" pos="1877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chrift + Bild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F40F789-6719-4203-8D60-D2478F65170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0" y="1894193"/>
            <a:ext cx="12192000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C7107210-3CE2-4AF7-87A5-802B65D926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6" y="1449389"/>
            <a:ext cx="1080135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17101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orient="horz" pos="2014">
          <p15:clr>
            <a:srgbClr val="FBAE40"/>
          </p15:clr>
        </p15:guide>
        <p15:guide id="3" pos="2863">
          <p15:clr>
            <a:srgbClr val="FBAE40"/>
          </p15:clr>
        </p15:guide>
        <p15:guide id="4" pos="2897">
          <p15:clr>
            <a:srgbClr val="FBAE40"/>
          </p15:clr>
        </p15:guide>
        <p15:guide id="5" pos="1928">
          <p15:clr>
            <a:srgbClr val="FBAE40"/>
          </p15:clr>
        </p15:guide>
        <p15:guide id="6" pos="1894">
          <p15:clr>
            <a:srgbClr val="FBAE40"/>
          </p15:clr>
        </p15:guide>
        <p15:guide id="7" pos="958">
          <p15:clr>
            <a:srgbClr val="FBAE40"/>
          </p15:clr>
        </p15:guide>
        <p15:guide id="8" pos="924">
          <p15:clr>
            <a:srgbClr val="FBAE40"/>
          </p15:clr>
        </p15:guide>
        <p15:guide id="9" pos="4309">
          <p15:clr>
            <a:srgbClr val="FBAE40"/>
          </p15:clr>
        </p15:guide>
        <p15:guide id="10" pos="4343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BC85E-9658-4D4D-BDC1-B9AA54CC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50C059-9EF2-4BF6-ACD1-CD0A42FA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F95CDF-AED9-4575-BFCF-0B8549EE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0CC4D937-7F2F-4AE2-8EDF-C7E85BCB25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6" y="1449389"/>
            <a:ext cx="1080135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628333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BC85E-9658-4D4D-BDC1-B9AA54CC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50C059-9EF2-4BF6-ACD1-CD0A42FA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F95CDF-AED9-4575-BFCF-0B8549EE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86252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32987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4F2D883D-86A1-4B38-BBBC-81F258AD3664}"/>
              </a:ext>
            </a:extLst>
          </p:cNvPr>
          <p:cNvGrpSpPr/>
          <p:nvPr userDrawn="1"/>
        </p:nvGrpSpPr>
        <p:grpSpPr>
          <a:xfrm>
            <a:off x="-6502" y="6593007"/>
            <a:ext cx="12198503" cy="263834"/>
            <a:chOff x="-4877" y="4950860"/>
            <a:chExt cx="9148877" cy="198120"/>
          </a:xfrm>
        </p:grpSpPr>
        <p:sp>
          <p:nvSpPr>
            <p:cNvPr id="51" name="bk object 18">
              <a:extLst>
                <a:ext uri="{FF2B5EF4-FFF2-40B4-BE49-F238E27FC236}">
                  <a16:creationId xmlns:a16="http://schemas.microsoft.com/office/drawing/2014/main" id="{A0B87E1F-4D99-4450-9167-085B1ECC6BB2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2" name="bk object 18">
              <a:extLst>
                <a:ext uri="{FF2B5EF4-FFF2-40B4-BE49-F238E27FC236}">
                  <a16:creationId xmlns:a16="http://schemas.microsoft.com/office/drawing/2014/main" id="{29147ACE-4C7A-4AC3-A60F-A813EE08D57E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3" name="Holder 3">
              <a:extLst>
                <a:ext uri="{FF2B5EF4-FFF2-40B4-BE49-F238E27FC236}">
                  <a16:creationId xmlns:a16="http://schemas.microsoft.com/office/drawing/2014/main" id="{3187F65C-802F-454B-B4D7-B16EEF26A62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13">
                <a:spcBef>
                  <a:spcPts val="7"/>
                </a:spcBef>
              </a:pPr>
              <a:r>
                <a:rPr lang="de-DE" sz="1332" spc="13" dirty="0"/>
                <a:t>hhu.de</a:t>
              </a:r>
            </a:p>
          </p:txBody>
        </p:sp>
      </p:grpSp>
      <p:grpSp>
        <p:nvGrpSpPr>
          <p:cNvPr id="16" name="Grafik 9">
            <a:extLst>
              <a:ext uri="{FF2B5EF4-FFF2-40B4-BE49-F238E27FC236}">
                <a16:creationId xmlns:a16="http://schemas.microsoft.com/office/drawing/2014/main" id="{FDF40BED-CE41-4F2B-9008-0CAE3088D83B}"/>
              </a:ext>
            </a:extLst>
          </p:cNvPr>
          <p:cNvGrpSpPr/>
          <p:nvPr userDrawn="1"/>
        </p:nvGrpSpPr>
        <p:grpSpPr>
          <a:xfrm>
            <a:off x="10321916" y="525078"/>
            <a:ext cx="1399107" cy="827140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17" name="Grafik 9">
              <a:extLst>
                <a:ext uri="{FF2B5EF4-FFF2-40B4-BE49-F238E27FC236}">
                  <a16:creationId xmlns:a16="http://schemas.microsoft.com/office/drawing/2014/main" id="{0B49B38F-6A41-4759-B72C-5F216A133318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CBFECEB3-E5D0-4A80-BB99-C9B0C0773EAA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205BBD97-9903-40A9-8B6F-28C8A15C6553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601EB764-A17E-450D-B58A-6703C97C9CE9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82DD2E94-DB4B-4BD8-BFDB-FDFAA8C69EA1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832D3428-693C-4D74-94D9-E68B7A16B041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0E083E88-01F2-4468-BC37-D107C47234B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CE077675-12C0-483D-8266-8C564517BD07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FF4BAE46-A2AC-42A1-814E-CFCC32BEF113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A46A2275-819B-4DE9-965C-8B94B846FB54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1" name="Grafik 9">
              <a:extLst>
                <a:ext uri="{FF2B5EF4-FFF2-40B4-BE49-F238E27FC236}">
                  <a16:creationId xmlns:a16="http://schemas.microsoft.com/office/drawing/2014/main" id="{E34EB2FE-23B4-47AC-B2B7-CDB4683102DA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FD23CBD4-1BEB-423E-8DC2-39059E53AA13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2C65A015-E440-4675-B7F3-555C1D4FBF52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9333A91E-2316-4EF6-B3D9-6EEBD206C840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3" name="Grafik 9">
              <a:extLst>
                <a:ext uri="{FF2B5EF4-FFF2-40B4-BE49-F238E27FC236}">
                  <a16:creationId xmlns:a16="http://schemas.microsoft.com/office/drawing/2014/main" id="{C8616353-1EFD-4898-8A56-A00BAFC56FC0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9797380-64F5-4BE7-99B6-07726B5EFB53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FB09C04D-B801-4043-976F-2CB57892DD7A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0C5D06E4-755E-46B7-B5D7-711E6626EED4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C88A03F6-FACB-4995-B138-81008C66E66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29192B9C-F3FF-4EAF-BBCF-ACEA07ACC4A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7" name="Grafik 9">
              <a:extLst>
                <a:ext uri="{FF2B5EF4-FFF2-40B4-BE49-F238E27FC236}">
                  <a16:creationId xmlns:a16="http://schemas.microsoft.com/office/drawing/2014/main" id="{3BE7F837-4861-4A4D-BD76-15443C5AA3A4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BB1FE5B7-58E9-40E5-A04E-E7CAAE5D0E3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E90E6BEA-4D78-4289-A05B-4F064701D3E5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0" name="Freihandform: Form 29">
                <a:extLst>
                  <a:ext uri="{FF2B5EF4-FFF2-40B4-BE49-F238E27FC236}">
                    <a16:creationId xmlns:a16="http://schemas.microsoft.com/office/drawing/2014/main" id="{174474D8-C33C-4271-85AE-095508EFB8EE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22FEF1E6-C2ED-48D1-B68D-F0300DB16821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B0EFD377-4EA8-4233-8819-69CE7EFB9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3894" y="4041069"/>
            <a:ext cx="6372783" cy="1224135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B9C8E9F-01A9-4CE0-8030-B76B3BE38D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921" t="8747" b="17591"/>
          <a:stretch>
            <a:fillRect/>
          </a:stretch>
        </p:blipFill>
        <p:spPr>
          <a:xfrm>
            <a:off x="0" y="0"/>
            <a:ext cx="4975944" cy="6545120"/>
          </a:xfrm>
          <a:custGeom>
            <a:avLst/>
            <a:gdLst>
              <a:gd name="connsiteX0" fmla="*/ 0 w 5015880"/>
              <a:gd name="connsiteY0" fmla="*/ 0 h 6597650"/>
              <a:gd name="connsiteX1" fmla="*/ 5015880 w 5015880"/>
              <a:gd name="connsiteY1" fmla="*/ 0 h 6597650"/>
              <a:gd name="connsiteX2" fmla="*/ 5015880 w 5015880"/>
              <a:gd name="connsiteY2" fmla="*/ 6597650 h 6597650"/>
              <a:gd name="connsiteX3" fmla="*/ 0 w 5015880"/>
              <a:gd name="connsiteY3" fmla="*/ 6597650 h 659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80474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C90C208C-E187-483E-A849-994740CF4EB9}"/>
              </a:ext>
            </a:extLst>
          </p:cNvPr>
          <p:cNvGrpSpPr/>
          <p:nvPr userDrawn="1"/>
        </p:nvGrpSpPr>
        <p:grpSpPr>
          <a:xfrm>
            <a:off x="-6502" y="6593007"/>
            <a:ext cx="12198503" cy="263834"/>
            <a:chOff x="-4877" y="4950860"/>
            <a:chExt cx="9148877" cy="198120"/>
          </a:xfrm>
        </p:grpSpPr>
        <p:sp>
          <p:nvSpPr>
            <p:cNvPr id="51" name="bk object 18">
              <a:extLst>
                <a:ext uri="{FF2B5EF4-FFF2-40B4-BE49-F238E27FC236}">
                  <a16:creationId xmlns:a16="http://schemas.microsoft.com/office/drawing/2014/main" id="{EE0396FA-425F-4EDC-9520-B9A44FA9B2CE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2" name="bk object 18">
              <a:extLst>
                <a:ext uri="{FF2B5EF4-FFF2-40B4-BE49-F238E27FC236}">
                  <a16:creationId xmlns:a16="http://schemas.microsoft.com/office/drawing/2014/main" id="{565B0312-1532-4603-9199-E7A9D647D7DD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3" name="Holder 3">
              <a:extLst>
                <a:ext uri="{FF2B5EF4-FFF2-40B4-BE49-F238E27FC236}">
                  <a16:creationId xmlns:a16="http://schemas.microsoft.com/office/drawing/2014/main" id="{64829966-6167-4E75-9B98-6CFBF28F3C7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13">
                <a:spcBef>
                  <a:spcPts val="7"/>
                </a:spcBef>
              </a:pPr>
              <a:r>
                <a:rPr lang="de-DE" sz="1332" spc="13" dirty="0"/>
                <a:t>hhu.de</a:t>
              </a:r>
            </a:p>
          </p:txBody>
        </p:sp>
      </p:grpSp>
      <p:grpSp>
        <p:nvGrpSpPr>
          <p:cNvPr id="16" name="Grafik 9">
            <a:extLst>
              <a:ext uri="{FF2B5EF4-FFF2-40B4-BE49-F238E27FC236}">
                <a16:creationId xmlns:a16="http://schemas.microsoft.com/office/drawing/2014/main" id="{FDF40BED-CE41-4F2B-9008-0CAE3088D83B}"/>
              </a:ext>
            </a:extLst>
          </p:cNvPr>
          <p:cNvGrpSpPr/>
          <p:nvPr userDrawn="1"/>
        </p:nvGrpSpPr>
        <p:grpSpPr>
          <a:xfrm>
            <a:off x="10321916" y="525078"/>
            <a:ext cx="1399107" cy="827140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17" name="Grafik 9">
              <a:extLst>
                <a:ext uri="{FF2B5EF4-FFF2-40B4-BE49-F238E27FC236}">
                  <a16:creationId xmlns:a16="http://schemas.microsoft.com/office/drawing/2014/main" id="{0B49B38F-6A41-4759-B72C-5F216A133318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CBFECEB3-E5D0-4A80-BB99-C9B0C0773EAA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205BBD97-9903-40A9-8B6F-28C8A15C6553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601EB764-A17E-450D-B58A-6703C97C9CE9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82DD2E94-DB4B-4BD8-BFDB-FDFAA8C69EA1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832D3428-693C-4D74-94D9-E68B7A16B041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0E083E88-01F2-4468-BC37-D107C47234B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CE077675-12C0-483D-8266-8C564517BD07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FF4BAE46-A2AC-42A1-814E-CFCC32BEF113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A46A2275-819B-4DE9-965C-8B94B846FB54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1" name="Grafik 9">
              <a:extLst>
                <a:ext uri="{FF2B5EF4-FFF2-40B4-BE49-F238E27FC236}">
                  <a16:creationId xmlns:a16="http://schemas.microsoft.com/office/drawing/2014/main" id="{E34EB2FE-23B4-47AC-B2B7-CDB4683102DA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FD23CBD4-1BEB-423E-8DC2-39059E53AA13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2C65A015-E440-4675-B7F3-555C1D4FBF52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9333A91E-2316-4EF6-B3D9-6EEBD206C840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3" name="Grafik 9">
              <a:extLst>
                <a:ext uri="{FF2B5EF4-FFF2-40B4-BE49-F238E27FC236}">
                  <a16:creationId xmlns:a16="http://schemas.microsoft.com/office/drawing/2014/main" id="{C8616353-1EFD-4898-8A56-A00BAFC56FC0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9797380-64F5-4BE7-99B6-07726B5EFB53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FB09C04D-B801-4043-976F-2CB57892DD7A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0C5D06E4-755E-46B7-B5D7-711E6626EED4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C88A03F6-FACB-4995-B138-81008C66E66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29192B9C-F3FF-4EAF-BBCF-ACEA07ACC4A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7" name="Grafik 9">
              <a:extLst>
                <a:ext uri="{FF2B5EF4-FFF2-40B4-BE49-F238E27FC236}">
                  <a16:creationId xmlns:a16="http://schemas.microsoft.com/office/drawing/2014/main" id="{3BE7F837-4861-4A4D-BD76-15443C5AA3A4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BB1FE5B7-58E9-40E5-A04E-E7CAAE5D0E3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E90E6BEA-4D78-4289-A05B-4F064701D3E5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0" name="Freihandform: Form 29">
                <a:extLst>
                  <a:ext uri="{FF2B5EF4-FFF2-40B4-BE49-F238E27FC236}">
                    <a16:creationId xmlns:a16="http://schemas.microsoft.com/office/drawing/2014/main" id="{174474D8-C33C-4271-85AE-095508EFB8EE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22FEF1E6-C2ED-48D1-B68D-F0300DB16821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B0EFD377-4EA8-4233-8819-69CE7EFB9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3894" y="4041069"/>
            <a:ext cx="6372783" cy="1224135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4440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7775E3E-034E-BCE0-4D6C-5A45070EA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3E214B-77DC-90D2-69A5-AB1B58B98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129D24-0F99-5E6F-C1A1-9FCA0E3E40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48A5FB-AB5A-409A-9767-4C84094C7F73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CEB76B-E4FC-D98D-BF2B-6B9447F4B6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F539F4-102A-93FE-7E8F-BED7FD4D7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9DC3F0-24D8-4709-85A0-217E5AF079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883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2B04C92-175E-41BA-89CE-B2785D9E3855}"/>
              </a:ext>
            </a:extLst>
          </p:cNvPr>
          <p:cNvGrpSpPr/>
          <p:nvPr userDrawn="1"/>
        </p:nvGrpSpPr>
        <p:grpSpPr>
          <a:xfrm>
            <a:off x="-6502" y="6593007"/>
            <a:ext cx="12198503" cy="263834"/>
            <a:chOff x="-4877" y="4950860"/>
            <a:chExt cx="9148877" cy="198120"/>
          </a:xfrm>
        </p:grpSpPr>
        <p:sp>
          <p:nvSpPr>
            <p:cNvPr id="55" name="bk object 18">
              <a:extLst>
                <a:ext uri="{FF2B5EF4-FFF2-40B4-BE49-F238E27FC236}">
                  <a16:creationId xmlns:a16="http://schemas.microsoft.com/office/drawing/2014/main" id="{AFB087C7-FC7D-4892-B0D6-EA804CF535FD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8" name="bk object 18">
              <a:extLst>
                <a:ext uri="{FF2B5EF4-FFF2-40B4-BE49-F238E27FC236}">
                  <a16:creationId xmlns:a16="http://schemas.microsoft.com/office/drawing/2014/main" id="{FA50712F-6C72-4330-A489-54C0FA78213C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9" name="Holder 3">
              <a:extLst>
                <a:ext uri="{FF2B5EF4-FFF2-40B4-BE49-F238E27FC236}">
                  <a16:creationId xmlns:a16="http://schemas.microsoft.com/office/drawing/2014/main" id="{390EDD11-ED96-4F2C-BB78-7CE69D30A0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13">
                <a:spcBef>
                  <a:spcPts val="7"/>
                </a:spcBef>
              </a:pPr>
              <a:r>
                <a:rPr lang="de-DE" sz="1332" spc="13" dirty="0"/>
                <a:t>hhu.de</a:t>
              </a:r>
            </a:p>
          </p:txBody>
        </p:sp>
      </p:grp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03D4771-8BB8-4FA1-A2DA-170FCFE2056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702125" y="440669"/>
            <a:ext cx="9102363" cy="60235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2F5159-1DFE-4F9C-BE85-E97D32EA19C5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695400" y="1894194"/>
            <a:ext cx="10801275" cy="4558992"/>
          </a:xfrm>
          <a:prstGeom prst="rect">
            <a:avLst/>
          </a:prstGeom>
        </p:spPr>
        <p:txBody>
          <a:bodyPr vert="horz" lIns="0" tIns="7200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64DE2C-9DE8-411C-83C3-1274BB370203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47328" y="6625926"/>
            <a:ext cx="449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199" b="1">
                <a:solidFill>
                  <a:schemeClr val="bg1"/>
                </a:solidFill>
              </a:defRPr>
            </a:lvl1pPr>
          </a:lstStyle>
          <a:p>
            <a:fld id="{9D195BCC-3514-4B1B-9C18-24F3D67EC54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C549DC-12B4-40A5-A309-CF801E18C8D4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838200" y="6625926"/>
            <a:ext cx="9506272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99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E9F45371-9B7D-4505-A4D1-3E02BE436A0C}"/>
              </a:ext>
            </a:extLst>
          </p:cNvPr>
          <p:cNvCxnSpPr>
            <a:cxnSpLocks/>
          </p:cNvCxnSpPr>
          <p:nvPr userDrawn="1"/>
        </p:nvCxnSpPr>
        <p:spPr>
          <a:xfrm>
            <a:off x="695402" y="1298040"/>
            <a:ext cx="9109087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afik 9">
            <a:extLst>
              <a:ext uri="{FF2B5EF4-FFF2-40B4-BE49-F238E27FC236}">
                <a16:creationId xmlns:a16="http://schemas.microsoft.com/office/drawing/2014/main" id="{A240364D-AE4D-440E-88A8-B05FF302FB9D}"/>
              </a:ext>
            </a:extLst>
          </p:cNvPr>
          <p:cNvGrpSpPr/>
          <p:nvPr userDrawn="1"/>
        </p:nvGrpSpPr>
        <p:grpSpPr>
          <a:xfrm>
            <a:off x="10321916" y="525078"/>
            <a:ext cx="1399107" cy="827140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20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21" name="Freihandform: Form 20">
                <a:extLst>
                  <a:ext uri="{FF2B5EF4-FFF2-40B4-BE49-F238E27FC236}">
                    <a16:creationId xmlns:a16="http://schemas.microsoft.com/office/drawing/2014/main" id="{C5CA81CC-0A8C-4F0A-898F-756081956301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  <p:sp>
            <p:nvSpPr>
              <p:cNvPr id="22" name="Freihandform: Form 21">
                <a:extLst>
                  <a:ext uri="{FF2B5EF4-FFF2-40B4-BE49-F238E27FC236}">
                    <a16:creationId xmlns:a16="http://schemas.microsoft.com/office/drawing/2014/main" id="{1076D363-C034-4E14-9F45-AC0FCE1EDB18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  <p:sp>
            <p:nvSpPr>
              <p:cNvPr id="23" name="Freihandform: Form 22">
                <a:extLst>
                  <a:ext uri="{FF2B5EF4-FFF2-40B4-BE49-F238E27FC236}">
                    <a16:creationId xmlns:a16="http://schemas.microsoft.com/office/drawing/2014/main" id="{594D7886-9B36-4085-8FC4-E5D73FFB04FF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  <p:sp>
            <p:nvSpPr>
              <p:cNvPr id="24" name="Freihandform: Form 23">
                <a:extLst>
                  <a:ext uri="{FF2B5EF4-FFF2-40B4-BE49-F238E27FC236}">
                    <a16:creationId xmlns:a16="http://schemas.microsoft.com/office/drawing/2014/main" id="{34A71752-C6CB-41A1-9ED4-535445E5CA2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  <p:sp>
            <p:nvSpPr>
              <p:cNvPr id="25" name="Freihandform: Form 24">
                <a:extLst>
                  <a:ext uri="{FF2B5EF4-FFF2-40B4-BE49-F238E27FC236}">
                    <a16:creationId xmlns:a16="http://schemas.microsoft.com/office/drawing/2014/main" id="{0B449204-D2C5-46C7-9446-78CB3AE33C0F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  <p:sp>
            <p:nvSpPr>
              <p:cNvPr id="26" name="Freihandform: Form 25">
                <a:extLst>
                  <a:ext uri="{FF2B5EF4-FFF2-40B4-BE49-F238E27FC236}">
                    <a16:creationId xmlns:a16="http://schemas.microsoft.com/office/drawing/2014/main" id="{836500CA-7AFD-48CA-B6D3-0D77161C68BC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</p:grp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17016B36-B092-4AFD-B601-383B7784BFBF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799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D1A46A87-4807-4767-B647-E3EC036BC92A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799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59FDC7EA-9A66-40BA-AEEF-50B9422FB283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799"/>
            </a:p>
          </p:txBody>
        </p:sp>
        <p:grpSp>
          <p:nvGrpSpPr>
            <p:cNvPr id="30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EDC61321-1CDD-47FE-82F4-EC44AE05670E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8F89A53-4AB3-4A93-B3CB-37874A98D1FD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</p:grpSp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58E0EDC8-E74F-4551-8BD2-939CC38E7C3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799"/>
            </a:p>
          </p:txBody>
        </p:sp>
        <p:grpSp>
          <p:nvGrpSpPr>
            <p:cNvPr id="34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9D8C1F22-3E98-4749-B684-AA127651774A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1C3B0773-417D-4813-BD67-9BC2D01A3929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</p:grpSp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1B5CEBB8-8410-4826-A2E1-C3C323E13940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799"/>
            </a:p>
          </p:txBody>
        </p:sp>
        <p:sp>
          <p:nvSpPr>
            <p:cNvPr id="38" name="Freihandform: Form 37">
              <a:extLst>
                <a:ext uri="{FF2B5EF4-FFF2-40B4-BE49-F238E27FC236}">
                  <a16:creationId xmlns:a16="http://schemas.microsoft.com/office/drawing/2014/main" id="{C2141CF3-1E59-49AE-B4F4-71225DE8DBD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799"/>
            </a:p>
          </p:txBody>
        </p:sp>
        <p:sp>
          <p:nvSpPr>
            <p:cNvPr id="39" name="Freihandform: Form 38">
              <a:extLst>
                <a:ext uri="{FF2B5EF4-FFF2-40B4-BE49-F238E27FC236}">
                  <a16:creationId xmlns:a16="http://schemas.microsoft.com/office/drawing/2014/main" id="{77A4FE29-4562-4C15-8839-87F3DA744A7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799"/>
            </a:p>
          </p:txBody>
        </p:sp>
        <p:grpSp>
          <p:nvGrpSpPr>
            <p:cNvPr id="40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499DC055-1C0A-47CE-BA62-2B92DDA092AF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  <p:sp>
            <p:nvSpPr>
              <p:cNvPr id="42" name="Freihandform: Form 41">
                <a:extLst>
                  <a:ext uri="{FF2B5EF4-FFF2-40B4-BE49-F238E27FC236}">
                    <a16:creationId xmlns:a16="http://schemas.microsoft.com/office/drawing/2014/main" id="{CFC50087-AE06-4FC3-BF14-DD98E5DF1E54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  <p:sp>
            <p:nvSpPr>
              <p:cNvPr id="43" name="Freihandform: Form 42">
                <a:extLst>
                  <a:ext uri="{FF2B5EF4-FFF2-40B4-BE49-F238E27FC236}">
                    <a16:creationId xmlns:a16="http://schemas.microsoft.com/office/drawing/2014/main" id="{21874895-4ADB-4607-9955-2800059B66C0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  <p:sp>
            <p:nvSpPr>
              <p:cNvPr id="44" name="Freihandform: Form 43">
                <a:extLst>
                  <a:ext uri="{FF2B5EF4-FFF2-40B4-BE49-F238E27FC236}">
                    <a16:creationId xmlns:a16="http://schemas.microsoft.com/office/drawing/2014/main" id="{CCA96FB2-00D1-437E-BC9E-014BF2485AA3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</p:grpSp>
      </p:grpSp>
      <p:sp>
        <p:nvSpPr>
          <p:cNvPr id="45" name="Freihandform: Form 44">
            <a:extLst>
              <a:ext uri="{FF2B5EF4-FFF2-40B4-BE49-F238E27FC236}">
                <a16:creationId xmlns:a16="http://schemas.microsoft.com/office/drawing/2014/main" id="{883162FD-5920-459D-B957-31A263988D88}"/>
              </a:ext>
            </a:extLst>
          </p:cNvPr>
          <p:cNvSpPr/>
          <p:nvPr userDrawn="1"/>
        </p:nvSpPr>
        <p:spPr>
          <a:xfrm>
            <a:off x="-6503" y="520593"/>
            <a:ext cx="449875" cy="392748"/>
          </a:xfrm>
          <a:custGeom>
            <a:avLst/>
            <a:gdLst>
              <a:gd name="connsiteX0" fmla="*/ 0 w 152234"/>
              <a:gd name="connsiteY0" fmla="*/ 134353 h 132902"/>
              <a:gd name="connsiteX1" fmla="*/ 84816 w 152234"/>
              <a:gd name="connsiteY1" fmla="*/ 134353 h 132902"/>
              <a:gd name="connsiteX2" fmla="*/ 152234 w 152234"/>
              <a:gd name="connsiteY2" fmla="*/ 67176 h 132902"/>
              <a:gd name="connsiteX3" fmla="*/ 84816 w 152234"/>
              <a:gd name="connsiteY3" fmla="*/ 0 h 132902"/>
              <a:gd name="connsiteX4" fmla="*/ 0 w 152234"/>
              <a:gd name="connsiteY4" fmla="*/ 0 h 132902"/>
              <a:gd name="connsiteX5" fmla="*/ 0 w 152234"/>
              <a:gd name="connsiteY5" fmla="*/ 134353 h 132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72BC"/>
          </a:solidFill>
          <a:ln w="2402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799"/>
          </a:p>
        </p:txBody>
      </p:sp>
    </p:spTree>
    <p:extLst>
      <p:ext uri="{BB962C8B-B14F-4D97-AF65-F5344CB8AC3E}">
        <p14:creationId xmlns:p14="http://schemas.microsoft.com/office/powerpoint/2010/main" val="1205303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</p:sldLayoutIdLst>
  <p:hf hdr="0" dt="0"/>
  <p:txStyles>
    <p:titleStyle>
      <a:lvl1pPr algn="l" defTabSz="1217706" rtl="0" eaLnBrk="1" latinLnBrk="0" hangingPunct="1">
        <a:lnSpc>
          <a:spcPct val="90000"/>
        </a:lnSpc>
        <a:spcBef>
          <a:spcPct val="0"/>
        </a:spcBef>
        <a:buNone/>
        <a:defRPr sz="3596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55164" indent="-355164" algn="l" defTabSz="1217706" rtl="0" eaLnBrk="1" latinLnBrk="0" hangingPunct="1">
        <a:lnSpc>
          <a:spcPct val="90000"/>
        </a:lnSpc>
        <a:spcBef>
          <a:spcPts val="799"/>
        </a:spcBef>
        <a:buClr>
          <a:schemeClr val="tx2"/>
        </a:buClr>
        <a:buFont typeface="Wingdings 2" panose="05020102010507070707" pitchFamily="18" charset="2"/>
        <a:buChar char=""/>
        <a:defRPr sz="2131" kern="1200">
          <a:solidFill>
            <a:schemeClr val="tx1"/>
          </a:solidFill>
          <a:latin typeface="+mn-lt"/>
          <a:ea typeface="+mn-ea"/>
          <a:cs typeface="+mn-cs"/>
        </a:defRPr>
      </a:lvl1pPr>
      <a:lvl2pPr marL="720900" indent="-365735" algn="l" defTabSz="1217706" rtl="0" eaLnBrk="1" latinLnBrk="0" hangingPunct="1">
        <a:lnSpc>
          <a:spcPct val="90000"/>
        </a:lnSpc>
        <a:spcBef>
          <a:spcPts val="799"/>
        </a:spcBef>
        <a:buClr>
          <a:schemeClr val="accent6"/>
        </a:buClr>
        <a:buFont typeface="Wingdings 2" panose="05020102010507070707" pitchFamily="18" charset="2"/>
        <a:buChar char=""/>
        <a:defRPr sz="1864" kern="1200">
          <a:solidFill>
            <a:schemeClr val="tx1"/>
          </a:solidFill>
          <a:latin typeface="+mn-lt"/>
          <a:ea typeface="+mn-ea"/>
          <a:cs typeface="+mn-cs"/>
        </a:defRPr>
      </a:lvl2pPr>
      <a:lvl3pPr marL="1076064" indent="-355164" algn="l" defTabSz="1217706" rtl="0" eaLnBrk="1" latinLnBrk="0" hangingPunct="1">
        <a:lnSpc>
          <a:spcPct val="90000"/>
        </a:lnSpc>
        <a:spcBef>
          <a:spcPts val="799"/>
        </a:spcBef>
        <a:buClr>
          <a:schemeClr val="accent6"/>
        </a:buClr>
        <a:buFont typeface="Wingdings 2" panose="05020102010507070707" pitchFamily="18" charset="2"/>
        <a:buChar char=""/>
        <a:defRPr sz="1598" kern="1200">
          <a:solidFill>
            <a:schemeClr val="tx1"/>
          </a:solidFill>
          <a:latin typeface="+mn-lt"/>
          <a:ea typeface="+mn-ea"/>
          <a:cs typeface="+mn-cs"/>
        </a:defRPr>
      </a:lvl3pPr>
      <a:lvl4pPr marL="1431229" indent="-355164" algn="l" defTabSz="1217706" rtl="0" eaLnBrk="1" latinLnBrk="0" hangingPunct="1">
        <a:lnSpc>
          <a:spcPct val="90000"/>
        </a:lnSpc>
        <a:spcBef>
          <a:spcPts val="799"/>
        </a:spcBef>
        <a:buClr>
          <a:schemeClr val="tx2"/>
        </a:buClr>
        <a:buFont typeface="Wingdings 2" panose="05020102010507070707" pitchFamily="18" charset="2"/>
        <a:buChar char=""/>
        <a:defRPr sz="1598" kern="1200">
          <a:solidFill>
            <a:schemeClr val="tx1"/>
          </a:solidFill>
          <a:latin typeface="+mn-lt"/>
          <a:ea typeface="+mn-ea"/>
          <a:cs typeface="+mn-cs"/>
        </a:defRPr>
      </a:lvl4pPr>
      <a:lvl5pPr marL="1786393" indent="-355164" algn="l" defTabSz="1217706" rtl="0" eaLnBrk="1" latinLnBrk="0" hangingPunct="1">
        <a:lnSpc>
          <a:spcPct val="90000"/>
        </a:lnSpc>
        <a:spcBef>
          <a:spcPts val="799"/>
        </a:spcBef>
        <a:buClr>
          <a:schemeClr val="tx2"/>
        </a:buClr>
        <a:buFont typeface="Wingdings 2" panose="05020102010507070707" pitchFamily="18" charset="2"/>
        <a:buChar char=""/>
        <a:defRPr sz="1598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1217706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None/>
        <a:defRPr sz="1864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217706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None/>
        <a:defRPr sz="1864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217706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None/>
        <a:defRPr sz="1864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217706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None/>
        <a:defRPr sz="18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17706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1pPr>
      <a:lvl2pPr marL="608853" algn="l" defTabSz="1217706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2pPr>
      <a:lvl3pPr marL="1217706" algn="l" defTabSz="1217706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3pPr>
      <a:lvl4pPr marL="1826560" algn="l" defTabSz="1217706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435413" algn="l" defTabSz="1217706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044266" algn="l" defTabSz="1217706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653119" algn="l" defTabSz="1217706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261973" algn="l" defTabSz="1217706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4870826" algn="l" defTabSz="1217706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43">
          <p15:clr>
            <a:srgbClr val="F26B43"/>
          </p15:clr>
        </p15:guide>
        <p15:guide id="4" pos="329">
          <p15:clr>
            <a:srgbClr val="F26B43"/>
          </p15:clr>
        </p15:guide>
        <p15:guide id="5" pos="5432">
          <p15:clr>
            <a:srgbClr val="F26B43"/>
          </p15:clr>
        </p15:guide>
        <p15:guide id="6" orient="horz" pos="686">
          <p15:clr>
            <a:srgbClr val="F26B43"/>
          </p15:clr>
        </p15:guide>
        <p15:guide id="7" orient="horz" pos="3096">
          <p15:clr>
            <a:srgbClr val="F26B43"/>
          </p15:clr>
        </p15:guide>
        <p15:guide id="9" orient="horz" pos="3121">
          <p15:clr>
            <a:srgbClr val="F26B43"/>
          </p15:clr>
        </p15:guide>
        <p15:guide id="10" orient="horz" pos="8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4DC63D63-2DE2-286A-CE41-A30F145E820C}"/>
              </a:ext>
            </a:extLst>
          </p:cNvPr>
          <p:cNvSpPr txBox="1"/>
          <p:nvPr/>
        </p:nvSpPr>
        <p:spPr>
          <a:xfrm>
            <a:off x="338587" y="258138"/>
            <a:ext cx="6094562" cy="295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 </a:t>
            </a:r>
            <a:r>
              <a:rPr lang="de-DE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Reakkreditierung</a:t>
            </a:r>
            <a:r>
              <a:rPr lang="de-DE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WiC</a:t>
            </a:r>
            <a:r>
              <a:rPr lang="de-DE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2027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798888C-CE0B-ED5A-375F-68C78004E08E}"/>
              </a:ext>
            </a:extLst>
          </p:cNvPr>
          <p:cNvSpPr txBox="1"/>
          <p:nvPr/>
        </p:nvSpPr>
        <p:spPr>
          <a:xfrm>
            <a:off x="0" y="684326"/>
            <a:ext cx="6146939" cy="1364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600" dirty="0"/>
              <a:t>Zeitplan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Einbindung des HHU-Projekts „</a:t>
            </a:r>
            <a:r>
              <a:rPr lang="de-DE" sz="1600" dirty="0" err="1"/>
              <a:t>CoLab</a:t>
            </a:r>
            <a:r>
              <a:rPr lang="de-DE" sz="1600" dirty="0"/>
              <a:t> Curriculum-Entwicklung“ </a:t>
            </a:r>
            <a:br>
              <a:rPr lang="de-DE" sz="1600" dirty="0"/>
            </a:br>
            <a:r>
              <a:rPr lang="de-DE" sz="1600" dirty="0"/>
              <a:t>in den </a:t>
            </a:r>
            <a:r>
              <a:rPr lang="de-DE" sz="1600" dirty="0" err="1"/>
              <a:t>Reakkreditierungsprozess</a:t>
            </a:r>
            <a:endParaRPr lang="de-DE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/>
              <a:t>Implementierung von „Future Skills“ in die Curricula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BEF82DB-7B82-5145-1B1E-755C8E6EA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08" y="2285479"/>
            <a:ext cx="4730761" cy="4434347"/>
          </a:xfrm>
          <a:prstGeom prst="rect">
            <a:avLst/>
          </a:prstGeom>
        </p:spPr>
      </p:pic>
      <p:pic>
        <p:nvPicPr>
          <p:cNvPr id="3" name="Grafik 2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BC5C66D1-5BB3-A4D3-A585-8691533F51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2" t="11069" r="6156" b="7045"/>
          <a:stretch/>
        </p:blipFill>
        <p:spPr>
          <a:xfrm>
            <a:off x="6623649" y="129587"/>
            <a:ext cx="5229764" cy="6728413"/>
          </a:xfrm>
          <a:prstGeom prst="rect">
            <a:avLst/>
          </a:prstGeom>
        </p:spPr>
      </p:pic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BCBF2F8C-4020-E7DA-EBBF-3294A0B44C3A}"/>
              </a:ext>
            </a:extLst>
          </p:cNvPr>
          <p:cNvGrpSpPr/>
          <p:nvPr/>
        </p:nvGrpSpPr>
        <p:grpSpPr>
          <a:xfrm>
            <a:off x="5149969" y="6173674"/>
            <a:ext cx="1033877" cy="324928"/>
            <a:chOff x="5280659" y="6011210"/>
            <a:chExt cx="1033877" cy="324928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9A09D01A-65AE-40E3-E28C-FB5A5F1F7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53819" y="6011210"/>
              <a:ext cx="560717" cy="324928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BEE7296F-2CBA-C076-8A64-793F0091D4D5}"/>
                </a:ext>
              </a:extLst>
            </p:cNvPr>
            <p:cNvSpPr txBox="1"/>
            <p:nvPr/>
          </p:nvSpPr>
          <p:spPr>
            <a:xfrm flipH="1">
              <a:off x="5280659" y="6050563"/>
              <a:ext cx="94631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 dirty="0"/>
                <a:t>Quelle: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9174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4DC63D63-2DE2-286A-CE41-A30F145E820C}"/>
              </a:ext>
            </a:extLst>
          </p:cNvPr>
          <p:cNvSpPr txBox="1"/>
          <p:nvPr/>
        </p:nvSpPr>
        <p:spPr>
          <a:xfrm>
            <a:off x="338587" y="258138"/>
            <a:ext cx="6094562" cy="295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 </a:t>
            </a:r>
            <a:r>
              <a:rPr lang="de-DE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Reakkreditierung</a:t>
            </a:r>
            <a:r>
              <a:rPr lang="de-DE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WiC</a:t>
            </a:r>
            <a:r>
              <a:rPr lang="de-DE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2027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798888C-CE0B-ED5A-375F-68C78004E08E}"/>
              </a:ext>
            </a:extLst>
          </p:cNvPr>
          <p:cNvSpPr txBox="1"/>
          <p:nvPr/>
        </p:nvSpPr>
        <p:spPr>
          <a:xfrm>
            <a:off x="338587" y="681487"/>
            <a:ext cx="4214423" cy="467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Nutzung von KI bei Abschlussarbeiten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BFD127E-FE46-00AE-0383-51DCE4AFEAA9}"/>
              </a:ext>
            </a:extLst>
          </p:cNvPr>
          <p:cNvSpPr txBox="1"/>
          <p:nvPr/>
        </p:nvSpPr>
        <p:spPr>
          <a:xfrm>
            <a:off x="1076565" y="1517131"/>
            <a:ext cx="7385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b="1" dirty="0">
                <a:solidFill>
                  <a:srgbClr val="0070C0"/>
                </a:solidFill>
              </a:rPr>
              <a:t>Vorschlag:</a:t>
            </a:r>
            <a:r>
              <a:rPr lang="de-DE" sz="1400" dirty="0">
                <a:solidFill>
                  <a:srgbClr val="0070C0"/>
                </a:solidFill>
              </a:rPr>
              <a:t> </a:t>
            </a:r>
          </a:p>
          <a:p>
            <a:r>
              <a:rPr lang="de-DE" sz="1400" dirty="0">
                <a:solidFill>
                  <a:srgbClr val="0070C0"/>
                </a:solidFill>
              </a:rPr>
              <a:t>Erweiterung der schriftlichen Abschlussarbeit mit einem begleitenden, benoteten Kolloquium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CDB473B-DF86-B5A4-F28D-8DB9A5F8780D}"/>
              </a:ext>
            </a:extLst>
          </p:cNvPr>
          <p:cNvSpPr txBox="1"/>
          <p:nvPr/>
        </p:nvSpPr>
        <p:spPr>
          <a:xfrm flipH="1">
            <a:off x="1076565" y="2140681"/>
            <a:ext cx="952356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0070C0"/>
                </a:solidFill>
              </a:rPr>
              <a:t>z.B. analog zu §18 der Bachelor PO BWL 2024</a:t>
            </a:r>
          </a:p>
          <a:p>
            <a:endParaRPr lang="de-DE" sz="1400" dirty="0">
              <a:solidFill>
                <a:srgbClr val="0070C0"/>
              </a:solidFill>
            </a:endParaRPr>
          </a:p>
          <a:p>
            <a:r>
              <a:rPr lang="de-DE" sz="1400" dirty="0">
                <a:solidFill>
                  <a:srgbClr val="0070C0"/>
                </a:solidFill>
              </a:rPr>
              <a:t>(2) […] Die Bearbeitungszeit [der Bachelorarbeit] beträgt zehn Wochen und entspricht in Art und Umfang einem Arbeitsaufwand von 300 Stunden (10 LP). […]</a:t>
            </a:r>
          </a:p>
          <a:p>
            <a:endParaRPr lang="de-DE" sz="1400" dirty="0">
              <a:solidFill>
                <a:srgbClr val="0070C0"/>
              </a:solidFill>
            </a:endParaRPr>
          </a:p>
          <a:p>
            <a:r>
              <a:rPr lang="de-DE" sz="1400" dirty="0">
                <a:solidFill>
                  <a:srgbClr val="0070C0"/>
                </a:solidFill>
              </a:rPr>
              <a:t>(10) Das Kolloquium findet begleitend zur Bachelorarbeit statt und umfasst einen Arbeitsaufwand von 60 Stunden (2 LP). Es wird mit einer mündlichen Prüfung abgeschlossen. </a:t>
            </a:r>
            <a:r>
              <a:rPr lang="de-DE" sz="1400" dirty="0">
                <a:solidFill>
                  <a:srgbClr val="C00000"/>
                </a:solidFill>
              </a:rPr>
              <a:t>Das Kolloquium ist ein wissenschaftliches Fachgespräch, in  dem Studierende die Ergebnisse ihrer Bachelorarbeit präsentieren und verteidigen. Es kann z.B. auch aus einem öffentlichen Vortrag und einer anschließenden Diskussion bestehen.</a:t>
            </a:r>
          </a:p>
          <a:p>
            <a:endParaRPr lang="de-DE" sz="1400" dirty="0">
              <a:solidFill>
                <a:srgbClr val="0070C0"/>
              </a:solidFill>
            </a:endParaRPr>
          </a:p>
          <a:p>
            <a:r>
              <a:rPr lang="de-DE" sz="1400" dirty="0">
                <a:solidFill>
                  <a:srgbClr val="0070C0"/>
                </a:solidFill>
              </a:rPr>
              <a:t>(11) Die Note des Abschlussmoduls setzt sich aus der Note der Bachelorarbeit und der Note </a:t>
            </a:r>
            <a:r>
              <a:rPr lang="de-DE" sz="1400" dirty="0">
                <a:solidFill>
                  <a:srgbClr val="C00000"/>
                </a:solidFill>
              </a:rPr>
              <a:t>des Kolloquiums</a:t>
            </a:r>
            <a:r>
              <a:rPr lang="de-DE" sz="1400" dirty="0">
                <a:solidFill>
                  <a:srgbClr val="0070C0"/>
                </a:solidFill>
              </a:rPr>
              <a:t> zusammen, wobei die Gewichtung gemäß der jeweilig anzurechnenden Leistungspunkte erfolgt. </a:t>
            </a:r>
            <a:r>
              <a:rPr lang="de-DE" sz="1400" dirty="0">
                <a:solidFill>
                  <a:srgbClr val="C00000"/>
                </a:solidFill>
              </a:rPr>
              <a:t>Wird das Kolloquium als nicht bestanden bewertet, gilt auch das Abschlussmodul als nicht bestanden und die Bachelorarbeit als nicht angenommen.</a:t>
            </a:r>
          </a:p>
        </p:txBody>
      </p:sp>
      <p:cxnSp>
        <p:nvCxnSpPr>
          <p:cNvPr id="10" name="Verbinder: gewinkelt 9">
            <a:extLst>
              <a:ext uri="{FF2B5EF4-FFF2-40B4-BE49-F238E27FC236}">
                <a16:creationId xmlns:a16="http://schemas.microsoft.com/office/drawing/2014/main" id="{F59474F1-7330-DF16-405E-D653233C9E78}"/>
              </a:ext>
            </a:extLst>
          </p:cNvPr>
          <p:cNvCxnSpPr>
            <a:cxnSpLocks/>
          </p:cNvCxnSpPr>
          <p:nvPr/>
        </p:nvCxnSpPr>
        <p:spPr>
          <a:xfrm rot="16200000" flipH="1">
            <a:off x="4493701" y="1041287"/>
            <a:ext cx="334787" cy="216169"/>
          </a:xfrm>
          <a:prstGeom prst="bentConnector3">
            <a:avLst>
              <a:gd name="adj1" fmla="val 362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955BCC72-F73A-8FE0-DD50-D6A62DC574E2}"/>
              </a:ext>
            </a:extLst>
          </p:cNvPr>
          <p:cNvSpPr txBox="1"/>
          <p:nvPr/>
        </p:nvSpPr>
        <p:spPr>
          <a:xfrm>
            <a:off x="338587" y="5801649"/>
            <a:ext cx="3338478" cy="467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Module „Wirtschaftschemie“</a:t>
            </a:r>
          </a:p>
        </p:txBody>
      </p:sp>
    </p:spTree>
    <p:extLst>
      <p:ext uri="{BB962C8B-B14F-4D97-AF65-F5344CB8AC3E}">
        <p14:creationId xmlns:p14="http://schemas.microsoft.com/office/powerpoint/2010/main" val="3029351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BAEA069-EDEF-759C-78D5-A044982E4818}"/>
              </a:ext>
            </a:extLst>
          </p:cNvPr>
          <p:cNvSpPr txBox="1"/>
          <p:nvPr/>
        </p:nvSpPr>
        <p:spPr>
          <a:xfrm>
            <a:off x="338587" y="258138"/>
            <a:ext cx="953865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Vorschlag zur Anpassung der Eignungsfeststellungsordnung des Masterstudiengangs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4DB41B6-A152-3582-AF09-9F2D50D63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33" y="5104348"/>
            <a:ext cx="5515745" cy="164329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647DECD-0803-14E4-CE3E-C5312215F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36" y="768344"/>
            <a:ext cx="4844138" cy="93596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80A39D0-B786-E66D-7497-B1293B490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567" y="1782041"/>
            <a:ext cx="5472876" cy="3322307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7A7F30D4-D42F-C182-E276-6BA4562C6FE3}"/>
              </a:ext>
            </a:extLst>
          </p:cNvPr>
          <p:cNvSpPr txBox="1"/>
          <p:nvPr/>
        </p:nvSpPr>
        <p:spPr>
          <a:xfrm>
            <a:off x="6350885" y="2621690"/>
            <a:ext cx="5146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b="1" dirty="0">
                <a:solidFill>
                  <a:srgbClr val="0070C0"/>
                </a:solidFill>
              </a:rPr>
              <a:t>1. Reduktion der Regelstudienzeit auf mindestens 6 Semester</a:t>
            </a:r>
            <a:endParaRPr lang="de-DE" sz="1400" dirty="0">
              <a:solidFill>
                <a:srgbClr val="0070C0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09AF1E5-EC8C-BB93-F752-FD6DC361FF6D}"/>
              </a:ext>
            </a:extLst>
          </p:cNvPr>
          <p:cNvSpPr txBox="1"/>
          <p:nvPr/>
        </p:nvSpPr>
        <p:spPr>
          <a:xfrm>
            <a:off x="6350885" y="1261544"/>
            <a:ext cx="20402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b="1" dirty="0">
                <a:solidFill>
                  <a:srgbClr val="0070C0"/>
                </a:solidFill>
              </a:rPr>
              <a:t>Änderungsvorschläge:</a:t>
            </a:r>
            <a:r>
              <a:rPr lang="de-DE" sz="1400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B6262E6-24D3-4C9E-8BA2-22D0EC8D3585}"/>
              </a:ext>
            </a:extLst>
          </p:cNvPr>
          <p:cNvSpPr txBox="1"/>
          <p:nvPr/>
        </p:nvSpPr>
        <p:spPr>
          <a:xfrm>
            <a:off x="6350885" y="6168913"/>
            <a:ext cx="3163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b="1" dirty="0">
                <a:solidFill>
                  <a:srgbClr val="0070C0"/>
                </a:solidFill>
              </a:rPr>
              <a:t>2. Anhebung der Notengrenze auf 3.0</a:t>
            </a:r>
            <a:endParaRPr lang="de-DE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451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1F3F043-9D30-ABD4-5983-9F03045C2E47}"/>
              </a:ext>
            </a:extLst>
          </p:cNvPr>
          <p:cNvSpPr txBox="1"/>
          <p:nvPr/>
        </p:nvSpPr>
        <p:spPr>
          <a:xfrm>
            <a:off x="338587" y="258138"/>
            <a:ext cx="953865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Vorschlag zur Modifizierung der Chemiemodule im Masterstudiengang </a:t>
            </a:r>
            <a:r>
              <a:rPr lang="de-DE" sz="16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WiC</a:t>
            </a:r>
            <a:r>
              <a:rPr lang="de-DE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(1/3)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2197963-65AA-754D-D0DA-498C526F2EAA}"/>
              </a:ext>
            </a:extLst>
          </p:cNvPr>
          <p:cNvSpPr txBox="1"/>
          <p:nvPr/>
        </p:nvSpPr>
        <p:spPr>
          <a:xfrm>
            <a:off x="338587" y="942109"/>
            <a:ext cx="9726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Aktuelle Struktur der chemischen Module in Masterstudiengängen des Fachs Wirtschaftschemie</a:t>
            </a: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B8650274-B20F-22FF-25EF-5063FEC26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818222"/>
              </p:ext>
            </p:extLst>
          </p:nvPr>
        </p:nvGraphicFramePr>
        <p:xfrm>
          <a:off x="865950" y="1520529"/>
          <a:ext cx="8128000" cy="333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2837">
                  <a:extLst>
                    <a:ext uri="{9D8B030D-6E8A-4147-A177-3AD203B41FA5}">
                      <a16:colId xmlns:a16="http://schemas.microsoft.com/office/drawing/2014/main" val="3239532171"/>
                    </a:ext>
                  </a:extLst>
                </a:gridCol>
                <a:gridCol w="5985163">
                  <a:extLst>
                    <a:ext uri="{9D8B030D-6E8A-4147-A177-3AD203B41FA5}">
                      <a16:colId xmlns:a16="http://schemas.microsoft.com/office/drawing/2014/main" val="1157412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Hochschule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Aktuelle Struktur des chemischen Ausbildungsteils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416046"/>
                  </a:ext>
                </a:extLst>
              </a:tr>
              <a:tr h="741600">
                <a:tc>
                  <a:txBody>
                    <a:bodyPr/>
                    <a:lstStyle/>
                    <a:p>
                      <a:r>
                        <a:rPr lang="de-DE" dirty="0"/>
                        <a:t>HHU</a:t>
                      </a:r>
                    </a:p>
                    <a:p>
                      <a:r>
                        <a:rPr lang="de-DE" dirty="0"/>
                        <a:t>Uni Regensburg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Großer Pflichtbereich, wenig Wahlpflichtoptionen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737529"/>
                  </a:ext>
                </a:extLst>
              </a:tr>
              <a:tr h="741600">
                <a:tc>
                  <a:txBody>
                    <a:bodyPr/>
                    <a:lstStyle/>
                    <a:p>
                      <a:r>
                        <a:rPr lang="de-DE" dirty="0"/>
                        <a:t>Uni Kiel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Uni Ulm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Nur Wahlpflichtmodule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483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TU Kaiserslautern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Kleinerer Pflichtbereich, großer Wahlpflichtbereich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4058580"/>
                  </a:ext>
                </a:extLst>
              </a:tr>
              <a:tr h="1112400">
                <a:tc>
                  <a:txBody>
                    <a:bodyPr/>
                    <a:lstStyle/>
                    <a:p>
                      <a:r>
                        <a:rPr lang="de-DE" dirty="0"/>
                        <a:t>HS Fresenius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TU Clausthal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Uni Münster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Nicht vergleichbar, da wenig reine Chemie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723570"/>
                  </a:ext>
                </a:extLst>
              </a:tr>
            </a:tbl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FAD17C59-0C5B-D36F-CBD3-6B29F50C1669}"/>
              </a:ext>
            </a:extLst>
          </p:cNvPr>
          <p:cNvSpPr txBox="1"/>
          <p:nvPr/>
        </p:nvSpPr>
        <p:spPr>
          <a:xfrm>
            <a:off x="338587" y="5236001"/>
            <a:ext cx="105666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>
                <a:solidFill>
                  <a:srgbClr val="C00000"/>
                </a:solidFill>
              </a:rPr>
              <a:t>Problem: </a:t>
            </a:r>
            <a:r>
              <a:rPr lang="de-DE" sz="1600" dirty="0">
                <a:solidFill>
                  <a:srgbClr val="C00000"/>
                </a:solidFill>
              </a:rPr>
              <a:t>In zwei der drei Mastersemester müssen Pflichtmodule belegt werden, das 3. ist mit der Masterarbeit belegt.</a:t>
            </a:r>
            <a:br>
              <a:rPr lang="de-DE" sz="1600" dirty="0">
                <a:solidFill>
                  <a:srgbClr val="C00000"/>
                </a:solidFill>
              </a:rPr>
            </a:br>
            <a:r>
              <a:rPr lang="de-DE" sz="1600" dirty="0">
                <a:solidFill>
                  <a:srgbClr val="C00000"/>
                </a:solidFill>
              </a:rPr>
              <a:t>Dadurch gibt es faktisch kein echtes Mobilitätsfenster im Masterstudiengang.</a:t>
            </a:r>
            <a:endParaRPr lang="de-DE" sz="1400" dirty="0">
              <a:solidFill>
                <a:srgbClr val="C00000"/>
              </a:solidFill>
            </a:endParaRPr>
          </a:p>
        </p:txBody>
      </p:sp>
      <p:cxnSp>
        <p:nvCxnSpPr>
          <p:cNvPr id="7" name="Verbinder: gewinkelt 6">
            <a:extLst>
              <a:ext uri="{FF2B5EF4-FFF2-40B4-BE49-F238E27FC236}">
                <a16:creationId xmlns:a16="http://schemas.microsoft.com/office/drawing/2014/main" id="{212BBEB5-1698-A70F-2F9D-514FA55CD5FF}"/>
              </a:ext>
            </a:extLst>
          </p:cNvPr>
          <p:cNvCxnSpPr/>
          <p:nvPr/>
        </p:nvCxnSpPr>
        <p:spPr>
          <a:xfrm rot="5400000">
            <a:off x="-822292" y="3547991"/>
            <a:ext cx="3045125" cy="331361"/>
          </a:xfrm>
          <a:prstGeom prst="bentConnector3">
            <a:avLst>
              <a:gd name="adj1" fmla="val -142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822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2DBC47C4-A357-79CD-CC6F-4F9DA4157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901733"/>
              </p:ext>
            </p:extLst>
          </p:nvPr>
        </p:nvGraphicFramePr>
        <p:xfrm>
          <a:off x="427486" y="1366653"/>
          <a:ext cx="226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64200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OC-M (8 LP)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159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OC-Vorlesungen (4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278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OC-Praktikum (6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475189"/>
                  </a:ext>
                </a:extLst>
              </a:tr>
            </a:tbl>
          </a:graphicData>
        </a:graphic>
      </p:graphicFrame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1432C208-22AE-D372-A1F4-5E338977B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189082"/>
              </p:ext>
            </p:extLst>
          </p:nvPr>
        </p:nvGraphicFramePr>
        <p:xfrm>
          <a:off x="427486" y="4379810"/>
          <a:ext cx="226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64200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AC-M (7 LP)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159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AC-Vorlesungen (3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278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AC-Praktikum (6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475189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7A15E35A-7321-F815-A6E4-6A803AC8F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607223"/>
              </p:ext>
            </p:extLst>
          </p:nvPr>
        </p:nvGraphicFramePr>
        <p:xfrm>
          <a:off x="427486" y="5639274"/>
          <a:ext cx="226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64200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PC-M (7 LP)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159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PC-Vorlesung &amp; Ü (4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278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PC-Praktikum (3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475189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3AC089A0-DB33-4E2D-8B44-193FE7004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654628"/>
              </p:ext>
            </p:extLst>
          </p:nvPr>
        </p:nvGraphicFramePr>
        <p:xfrm>
          <a:off x="427486" y="2626117"/>
          <a:ext cx="226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64200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WP-</a:t>
                      </a:r>
                      <a:r>
                        <a:rPr lang="de-DE" dirty="0" err="1"/>
                        <a:t>Che</a:t>
                      </a:r>
                      <a:r>
                        <a:rPr lang="de-DE" dirty="0"/>
                        <a:t> (8 LP)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59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Vorlesung &amp; Ü (3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278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WP-Praktikum (6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475189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CA10BF04-62EB-B413-4F63-2E65F0B816AA}"/>
              </a:ext>
            </a:extLst>
          </p:cNvPr>
          <p:cNvSpPr txBox="1"/>
          <p:nvPr/>
        </p:nvSpPr>
        <p:spPr>
          <a:xfrm>
            <a:off x="527645" y="997321"/>
            <a:ext cx="20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156082"/>
                </a:solidFill>
              </a:rPr>
              <a:t>Sommersemester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1BA8E6F-005F-3DCF-3A04-D6EDACAC187F}"/>
              </a:ext>
            </a:extLst>
          </p:cNvPr>
          <p:cNvSpPr txBox="1"/>
          <p:nvPr/>
        </p:nvSpPr>
        <p:spPr>
          <a:xfrm>
            <a:off x="621998" y="4010478"/>
            <a:ext cx="1878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156082"/>
                </a:solidFill>
              </a:rPr>
              <a:t>Wintersemester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5F484D4-95C9-665C-02A2-64CBE73D3697}"/>
              </a:ext>
            </a:extLst>
          </p:cNvPr>
          <p:cNvSpPr txBox="1"/>
          <p:nvPr/>
        </p:nvSpPr>
        <p:spPr>
          <a:xfrm>
            <a:off x="3071260" y="3733410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C00000"/>
                </a:solidFill>
                <a:latin typeface="Symbol" panose="05050102010706020507" pitchFamily="18" charset="2"/>
              </a:rPr>
              <a:t>S</a:t>
            </a:r>
            <a:r>
              <a:rPr lang="de-DE" b="1" dirty="0">
                <a:solidFill>
                  <a:srgbClr val="C00000"/>
                </a:solidFill>
              </a:rPr>
              <a:t>: 30 LP</a:t>
            </a:r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E0C1ADCA-01F1-60B9-C2C9-BFFB07AE2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881234"/>
              </p:ext>
            </p:extLst>
          </p:nvPr>
        </p:nvGraphicFramePr>
        <p:xfrm>
          <a:off x="4476860" y="4306292"/>
          <a:ext cx="226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64200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WP-</a:t>
                      </a:r>
                      <a:r>
                        <a:rPr lang="de-DE" dirty="0" err="1"/>
                        <a:t>Che</a:t>
                      </a:r>
                      <a:r>
                        <a:rPr lang="de-DE" dirty="0"/>
                        <a:t> I (8 LP)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59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Vorlesung &amp; Ü (3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278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WP-Praktikum (6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475189"/>
                  </a:ext>
                </a:extLst>
              </a:tr>
            </a:tbl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F26FED4B-649F-72F9-FCF2-E1C76B13F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65658"/>
              </p:ext>
            </p:extLst>
          </p:nvPr>
        </p:nvGraphicFramePr>
        <p:xfrm>
          <a:off x="7056158" y="4301353"/>
          <a:ext cx="226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64200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WP-</a:t>
                      </a:r>
                      <a:r>
                        <a:rPr lang="de-DE" dirty="0" err="1"/>
                        <a:t>Che</a:t>
                      </a:r>
                      <a:r>
                        <a:rPr lang="de-DE" dirty="0"/>
                        <a:t> II (8 LP)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59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Vorlesung &amp; Ü (3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278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WP-Praktikum (6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475189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ECD7C778-F756-0D30-67E8-3D8D8C605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203270"/>
              </p:ext>
            </p:extLst>
          </p:nvPr>
        </p:nvGraphicFramePr>
        <p:xfrm>
          <a:off x="9506060" y="4300101"/>
          <a:ext cx="226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64200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WP-</a:t>
                      </a:r>
                      <a:r>
                        <a:rPr lang="de-DE" dirty="0" err="1"/>
                        <a:t>Che</a:t>
                      </a:r>
                      <a:r>
                        <a:rPr lang="de-DE" dirty="0"/>
                        <a:t> III (8 LP)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59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Vorlesung &amp; Ü (3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278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WP-Praktikum (6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475189"/>
                  </a:ext>
                </a:extLst>
              </a:tr>
            </a:tbl>
          </a:graphicData>
        </a:graphic>
      </p:graphicFrame>
      <p:sp>
        <p:nvSpPr>
          <p:cNvPr id="13" name="Textfeld 12">
            <a:extLst>
              <a:ext uri="{FF2B5EF4-FFF2-40B4-BE49-F238E27FC236}">
                <a16:creationId xmlns:a16="http://schemas.microsoft.com/office/drawing/2014/main" id="{761F5753-6AB1-1191-1C53-814558E6DE5A}"/>
              </a:ext>
            </a:extLst>
          </p:cNvPr>
          <p:cNvSpPr txBox="1"/>
          <p:nvPr/>
        </p:nvSpPr>
        <p:spPr>
          <a:xfrm>
            <a:off x="4486414" y="572470"/>
            <a:ext cx="2375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i="1" u="sng" dirty="0">
                <a:solidFill>
                  <a:srgbClr val="0070C0"/>
                </a:solidFill>
              </a:rPr>
              <a:t>Änderungsvorschlag</a:t>
            </a:r>
            <a:r>
              <a:rPr lang="de-DE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636E64E-2CB0-5E60-2239-BB9951D7FF41}"/>
              </a:ext>
            </a:extLst>
          </p:cNvPr>
          <p:cNvSpPr txBox="1"/>
          <p:nvPr/>
        </p:nvSpPr>
        <p:spPr>
          <a:xfrm>
            <a:off x="4434805" y="3197724"/>
            <a:ext cx="46321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>
                <a:solidFill>
                  <a:srgbClr val="0070C0"/>
                </a:solidFill>
              </a:rPr>
              <a:t>Wahl von </a:t>
            </a:r>
            <a:r>
              <a:rPr lang="de-DE" sz="1600" b="1" u="sng" dirty="0">
                <a:solidFill>
                  <a:srgbClr val="0070C0"/>
                </a:solidFill>
              </a:rPr>
              <a:t>drei</a:t>
            </a:r>
            <a:r>
              <a:rPr lang="de-DE" sz="1600" b="1" dirty="0">
                <a:solidFill>
                  <a:srgbClr val="0070C0"/>
                </a:solidFill>
              </a:rPr>
              <a:t> chemischen Wahlpflichtmodulen </a:t>
            </a:r>
            <a:endParaRPr lang="de-DE" sz="1400" dirty="0">
              <a:solidFill>
                <a:srgbClr val="0070C0"/>
              </a:solidFill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4FA9F91-513C-6EA4-5AB4-B9BA6976C982}"/>
              </a:ext>
            </a:extLst>
          </p:cNvPr>
          <p:cNvSpPr txBox="1"/>
          <p:nvPr/>
        </p:nvSpPr>
        <p:spPr>
          <a:xfrm>
            <a:off x="4392900" y="5648704"/>
            <a:ext cx="7594515" cy="9186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0070C0"/>
                </a:solidFill>
              </a:rPr>
              <a:t>Die Änderung würde die Anrechenbarkeit von chemischen Studienleistungen, die</a:t>
            </a:r>
            <a:br>
              <a:rPr lang="de-DE" sz="1600" dirty="0">
                <a:solidFill>
                  <a:srgbClr val="0070C0"/>
                </a:solidFill>
              </a:rPr>
            </a:br>
            <a:r>
              <a:rPr lang="de-DE" sz="1600" dirty="0">
                <a:solidFill>
                  <a:srgbClr val="0070C0"/>
                </a:solidFill>
              </a:rPr>
              <a:t>im Rahmen von Erasmus-Aufenthalten erbracht wurden, erleichtern.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0070C0"/>
                </a:solidFill>
              </a:rPr>
              <a:t>Studierende könnten durch ihre Wahl Ausbildungsschwerpunkte setzen.</a:t>
            </a:r>
            <a:endParaRPr lang="de-DE" sz="1400" dirty="0">
              <a:solidFill>
                <a:srgbClr val="0070C0"/>
              </a:solidFill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23C38C8D-F8BF-C512-0DFB-3C535F6C23FE}"/>
              </a:ext>
            </a:extLst>
          </p:cNvPr>
          <p:cNvSpPr txBox="1"/>
          <p:nvPr/>
        </p:nvSpPr>
        <p:spPr>
          <a:xfrm>
            <a:off x="621998" y="572470"/>
            <a:ext cx="1972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i="1" u="sng" dirty="0">
                <a:solidFill>
                  <a:srgbClr val="156082"/>
                </a:solidFill>
              </a:rPr>
              <a:t>Aktuelle Struktur</a:t>
            </a:r>
          </a:p>
        </p:txBody>
      </p:sp>
      <p:graphicFrame>
        <p:nvGraphicFramePr>
          <p:cNvPr id="21" name="Tabelle 20">
            <a:extLst>
              <a:ext uri="{FF2B5EF4-FFF2-40B4-BE49-F238E27FC236}">
                <a16:creationId xmlns:a16="http://schemas.microsoft.com/office/drawing/2014/main" id="{5C658A89-E290-0EE0-FC6B-916BC1DF4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957469"/>
              </p:ext>
            </p:extLst>
          </p:nvPr>
        </p:nvGraphicFramePr>
        <p:xfrm>
          <a:off x="4476861" y="1980262"/>
          <a:ext cx="226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64200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OC-Pflicht (6 LP)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59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Vorlesung &amp; Ü (4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278908"/>
                  </a:ext>
                </a:extLst>
              </a:tr>
            </a:tbl>
          </a:graphicData>
        </a:graphic>
      </p:graphicFrame>
      <p:graphicFrame>
        <p:nvGraphicFramePr>
          <p:cNvPr id="22" name="Tabelle 21">
            <a:extLst>
              <a:ext uri="{FF2B5EF4-FFF2-40B4-BE49-F238E27FC236}">
                <a16:creationId xmlns:a16="http://schemas.microsoft.com/office/drawing/2014/main" id="{519F890E-AA22-C1C2-52EE-6F4E5F9AF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015450"/>
              </p:ext>
            </p:extLst>
          </p:nvPr>
        </p:nvGraphicFramePr>
        <p:xfrm>
          <a:off x="7151050" y="1981980"/>
          <a:ext cx="226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64200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AC-Pflicht (6 LP)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59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Vorlesung &amp; Ü (4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278908"/>
                  </a:ext>
                </a:extLst>
              </a:tr>
            </a:tbl>
          </a:graphicData>
        </a:graphic>
      </p:graphicFrame>
      <p:graphicFrame>
        <p:nvGraphicFramePr>
          <p:cNvPr id="23" name="Tabelle 22">
            <a:extLst>
              <a:ext uri="{FF2B5EF4-FFF2-40B4-BE49-F238E27FC236}">
                <a16:creationId xmlns:a16="http://schemas.microsoft.com/office/drawing/2014/main" id="{877E8A35-8C19-0BA7-5ED4-5BCCB7508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156125"/>
              </p:ext>
            </p:extLst>
          </p:nvPr>
        </p:nvGraphicFramePr>
        <p:xfrm>
          <a:off x="9600952" y="1981980"/>
          <a:ext cx="226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64200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PC-Pflicht (6 LP)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59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Vorlesung &amp; Ü (4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278908"/>
                  </a:ext>
                </a:extLst>
              </a:tr>
            </a:tbl>
          </a:graphicData>
        </a:graphic>
      </p:graphicFrame>
      <p:sp>
        <p:nvSpPr>
          <p:cNvPr id="24" name="Textfeld 23">
            <a:extLst>
              <a:ext uri="{FF2B5EF4-FFF2-40B4-BE49-F238E27FC236}">
                <a16:creationId xmlns:a16="http://schemas.microsoft.com/office/drawing/2014/main" id="{8D0D095B-F28D-3F4F-A0B8-D6A287086000}"/>
              </a:ext>
            </a:extLst>
          </p:cNvPr>
          <p:cNvSpPr txBox="1"/>
          <p:nvPr/>
        </p:nvSpPr>
        <p:spPr>
          <a:xfrm>
            <a:off x="4476860" y="941405"/>
            <a:ext cx="47701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>
                <a:solidFill>
                  <a:srgbClr val="0070C0"/>
                </a:solidFill>
              </a:rPr>
              <a:t>Wahl </a:t>
            </a:r>
            <a:r>
              <a:rPr lang="de-DE" sz="1600" b="1" u="sng" dirty="0">
                <a:solidFill>
                  <a:srgbClr val="0070C0"/>
                </a:solidFill>
              </a:rPr>
              <a:t>eines</a:t>
            </a:r>
            <a:r>
              <a:rPr lang="de-DE" sz="1600" b="1" dirty="0">
                <a:solidFill>
                  <a:srgbClr val="0070C0"/>
                </a:solidFill>
              </a:rPr>
              <a:t> der folgenden drei Vorlesungsmodule </a:t>
            </a:r>
            <a:endParaRPr lang="de-DE" sz="1400" dirty="0">
              <a:solidFill>
                <a:srgbClr val="0070C0"/>
              </a:solidFill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A5FBAC4-AE7B-75DE-27E8-20E2776BF6A2}"/>
              </a:ext>
            </a:extLst>
          </p:cNvPr>
          <p:cNvSpPr txBox="1"/>
          <p:nvPr/>
        </p:nvSpPr>
        <p:spPr>
          <a:xfrm>
            <a:off x="338587" y="258138"/>
            <a:ext cx="953865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Vorschlag zur Modifizierung der Chemiemodule im Masterstudiengang </a:t>
            </a:r>
            <a:r>
              <a:rPr lang="de-DE" sz="16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WiC</a:t>
            </a:r>
            <a:r>
              <a:rPr lang="de-DE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(2/3)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BDC7668-CC36-59E4-5605-3B387C21B1B8}"/>
              </a:ext>
            </a:extLst>
          </p:cNvPr>
          <p:cNvSpPr txBox="1"/>
          <p:nvPr/>
        </p:nvSpPr>
        <p:spPr>
          <a:xfrm>
            <a:off x="4476860" y="1294739"/>
            <a:ext cx="69694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70C0"/>
                </a:solidFill>
              </a:rPr>
              <a:t>Die Vorlesungen in den Pflichtmodulen entsprechen denen, die in den</a:t>
            </a:r>
          </a:p>
          <a:p>
            <a:r>
              <a:rPr lang="de-DE" sz="1600" dirty="0">
                <a:solidFill>
                  <a:srgbClr val="0070C0"/>
                </a:solidFill>
              </a:rPr>
              <a:t>Pflichtmodulen des Masterstudiengangs im Fach Chemie angeboten werden.</a:t>
            </a:r>
            <a:endParaRPr lang="de-DE" sz="1400" dirty="0">
              <a:solidFill>
                <a:srgbClr val="0070C0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2479A75-A377-BE3F-A51B-4F48D5D4A76B}"/>
              </a:ext>
            </a:extLst>
          </p:cNvPr>
          <p:cNvSpPr txBox="1"/>
          <p:nvPr/>
        </p:nvSpPr>
        <p:spPr>
          <a:xfrm>
            <a:off x="4476860" y="3555126"/>
            <a:ext cx="73666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70C0"/>
                </a:solidFill>
              </a:rPr>
              <a:t>Die WP-Module entsprechen denen, die im Masterstudiengang des Fachs Chemie</a:t>
            </a:r>
          </a:p>
          <a:p>
            <a:r>
              <a:rPr lang="de-DE" sz="1600" dirty="0">
                <a:solidFill>
                  <a:srgbClr val="0070C0"/>
                </a:solidFill>
              </a:rPr>
              <a:t>angeboten werden.</a:t>
            </a:r>
            <a:endParaRPr lang="de-DE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9613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E0C1ADCA-01F1-60B9-C2C9-BFFB07AE2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739039"/>
              </p:ext>
            </p:extLst>
          </p:nvPr>
        </p:nvGraphicFramePr>
        <p:xfrm>
          <a:off x="2967242" y="4573714"/>
          <a:ext cx="226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64200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WP-</a:t>
                      </a:r>
                      <a:r>
                        <a:rPr lang="de-DE" dirty="0" err="1"/>
                        <a:t>Che</a:t>
                      </a:r>
                      <a:r>
                        <a:rPr lang="de-DE" dirty="0"/>
                        <a:t> I (8 LP)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59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Vorlesung &amp; Ü (3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278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WP-Praktikum (6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475189"/>
                  </a:ext>
                </a:extLst>
              </a:tr>
            </a:tbl>
          </a:graphicData>
        </a:graphic>
      </p:graphicFrame>
      <p:sp>
        <p:nvSpPr>
          <p:cNvPr id="13" name="Textfeld 12">
            <a:extLst>
              <a:ext uri="{FF2B5EF4-FFF2-40B4-BE49-F238E27FC236}">
                <a16:creationId xmlns:a16="http://schemas.microsoft.com/office/drawing/2014/main" id="{761F5753-6AB1-1191-1C53-814558E6DE5A}"/>
              </a:ext>
            </a:extLst>
          </p:cNvPr>
          <p:cNvSpPr txBox="1"/>
          <p:nvPr/>
        </p:nvSpPr>
        <p:spPr>
          <a:xfrm>
            <a:off x="3676614" y="1689270"/>
            <a:ext cx="5829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i="1" u="sng" dirty="0">
                <a:solidFill>
                  <a:srgbClr val="0070C0"/>
                </a:solidFill>
              </a:rPr>
              <a:t>Moduloption mit minimaler fachlicher Spezialisierung </a:t>
            </a:r>
          </a:p>
        </p:txBody>
      </p:sp>
      <p:graphicFrame>
        <p:nvGraphicFramePr>
          <p:cNvPr id="21" name="Tabelle 20">
            <a:extLst>
              <a:ext uri="{FF2B5EF4-FFF2-40B4-BE49-F238E27FC236}">
                <a16:creationId xmlns:a16="http://schemas.microsoft.com/office/drawing/2014/main" id="{5C658A89-E290-0EE0-FC6B-916BC1DF4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421638"/>
              </p:ext>
            </p:extLst>
          </p:nvPr>
        </p:nvGraphicFramePr>
        <p:xfrm>
          <a:off x="2967243" y="2247684"/>
          <a:ext cx="226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64200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OC-Pflicht (6 LP)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59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Vorlesung &amp; Ü (4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278908"/>
                  </a:ext>
                </a:extLst>
              </a:tr>
            </a:tbl>
          </a:graphicData>
        </a:graphic>
      </p:graphicFrame>
      <p:graphicFrame>
        <p:nvGraphicFramePr>
          <p:cNvPr id="22" name="Tabelle 21">
            <a:extLst>
              <a:ext uri="{FF2B5EF4-FFF2-40B4-BE49-F238E27FC236}">
                <a16:creationId xmlns:a16="http://schemas.microsoft.com/office/drawing/2014/main" id="{519F890E-AA22-C1C2-52EE-6F4E5F9AF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661979"/>
              </p:ext>
            </p:extLst>
          </p:nvPr>
        </p:nvGraphicFramePr>
        <p:xfrm>
          <a:off x="5641432" y="2249402"/>
          <a:ext cx="210197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1977">
                  <a:extLst>
                    <a:ext uri="{9D8B030D-6E8A-4147-A177-3AD203B41FA5}">
                      <a16:colId xmlns:a16="http://schemas.microsoft.com/office/drawing/2014/main" val="64200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AC-</a:t>
                      </a:r>
                      <a:r>
                        <a:rPr lang="de-DE" dirty="0" err="1"/>
                        <a:t>WPflicht</a:t>
                      </a:r>
                      <a:r>
                        <a:rPr lang="de-DE" dirty="0"/>
                        <a:t> (8 LP)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59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Vorlesung &amp; Ü (4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278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AC-P-Praktikum (2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4750379"/>
                  </a:ext>
                </a:extLst>
              </a:tr>
            </a:tbl>
          </a:graphicData>
        </a:graphic>
      </p:graphicFrame>
      <p:graphicFrame>
        <p:nvGraphicFramePr>
          <p:cNvPr id="23" name="Tabelle 22">
            <a:extLst>
              <a:ext uri="{FF2B5EF4-FFF2-40B4-BE49-F238E27FC236}">
                <a16:creationId xmlns:a16="http://schemas.microsoft.com/office/drawing/2014/main" id="{877E8A35-8C19-0BA7-5ED4-5BCCB7508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565263"/>
              </p:ext>
            </p:extLst>
          </p:nvPr>
        </p:nvGraphicFramePr>
        <p:xfrm>
          <a:off x="8091334" y="2249402"/>
          <a:ext cx="226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64200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PC-</a:t>
                      </a:r>
                      <a:r>
                        <a:rPr lang="de-DE" dirty="0" err="1"/>
                        <a:t>WPflicht</a:t>
                      </a:r>
                      <a:r>
                        <a:rPr lang="de-DE" dirty="0"/>
                        <a:t> (8 LP)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59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Vorlesung &amp; Ü (4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278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PC-P-Praktikum (2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3086142"/>
                  </a:ext>
                </a:extLst>
              </a:tr>
            </a:tbl>
          </a:graphicData>
        </a:graphic>
      </p:graphicFrame>
      <p:sp>
        <p:nvSpPr>
          <p:cNvPr id="14" name="Textfeld 13">
            <a:extLst>
              <a:ext uri="{FF2B5EF4-FFF2-40B4-BE49-F238E27FC236}">
                <a16:creationId xmlns:a16="http://schemas.microsoft.com/office/drawing/2014/main" id="{BA5FBAC4-AE7B-75DE-27E8-20E2776BF6A2}"/>
              </a:ext>
            </a:extLst>
          </p:cNvPr>
          <p:cNvSpPr txBox="1"/>
          <p:nvPr/>
        </p:nvSpPr>
        <p:spPr>
          <a:xfrm>
            <a:off x="338587" y="258138"/>
            <a:ext cx="953865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Vorschlag zur Modifizierung der Chemiemodule im Masterstudiengang </a:t>
            </a:r>
            <a:r>
              <a:rPr lang="de-DE" sz="16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WiC</a:t>
            </a:r>
            <a:r>
              <a:rPr lang="de-DE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(3/3)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AC5A0CC-2D5F-63FA-D249-04EF56DA65C8}"/>
              </a:ext>
            </a:extLst>
          </p:cNvPr>
          <p:cNvSpPr txBox="1"/>
          <p:nvPr/>
        </p:nvSpPr>
        <p:spPr>
          <a:xfrm>
            <a:off x="-4615" y="516588"/>
            <a:ext cx="121996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70C0"/>
                </a:solidFill>
              </a:rPr>
              <a:t>Studierende, die eine breitere chemische Ausbildung wünschen und keinen Ausbildungsschwerpunkt setzen wollen, können bis zu </a:t>
            </a:r>
            <a:br>
              <a:rPr lang="de-DE" sz="1600" dirty="0">
                <a:solidFill>
                  <a:srgbClr val="0070C0"/>
                </a:solidFill>
              </a:rPr>
            </a:br>
            <a:r>
              <a:rPr lang="de-DE" sz="1600" dirty="0">
                <a:solidFill>
                  <a:srgbClr val="0070C0"/>
                </a:solidFill>
              </a:rPr>
              <a:t>zwei der drei Pflichtmodule um einen praktischen Anteil erweitern.</a:t>
            </a:r>
          </a:p>
          <a:p>
            <a:r>
              <a:rPr lang="de-DE" sz="1600" dirty="0">
                <a:solidFill>
                  <a:srgbClr val="0070C0"/>
                </a:solidFill>
              </a:rPr>
              <a:t>So werden „erweiterte Pflichtmodule“ im Umfang von 8 LP gebildet, die an Stelle der Wahlpflichtmodule in die Leistungsbilanz eingehen. </a:t>
            </a:r>
            <a:endParaRPr lang="de-DE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01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HHU_PPT_Vorlage">
  <a:themeElements>
    <a:clrScheme name="HHU">
      <a:dk1>
        <a:sysClr val="windowText" lastClr="000000"/>
      </a:dk1>
      <a:lt1>
        <a:sysClr val="window" lastClr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_Master_HHU_191009_NEU.potx" id="{C18E6C2C-E01B-41BB-B9EA-3EAB85604C93}" vid="{F281C1DA-7DA9-478C-8E22-53CA79ADD4CF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728</Words>
  <Application>Microsoft Macintosh PowerPoint</Application>
  <PresentationFormat>Breitbild</PresentationFormat>
  <Paragraphs>97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Symbol</vt:lpstr>
      <vt:lpstr>Wingdings 2</vt:lpstr>
      <vt:lpstr>Office</vt:lpstr>
      <vt:lpstr>HHU_PPT_Vorlage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Heinrich-Heine-Universitaet Duesseldorf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Beutner</dc:creator>
  <cp:lastModifiedBy>Orangedanny@outlook.de</cp:lastModifiedBy>
  <cp:revision>14</cp:revision>
  <dcterms:created xsi:type="dcterms:W3CDTF">2026-04-09T15:45:27Z</dcterms:created>
  <dcterms:modified xsi:type="dcterms:W3CDTF">2026-04-20T15:51:02Z</dcterms:modified>
</cp:coreProperties>
</file>