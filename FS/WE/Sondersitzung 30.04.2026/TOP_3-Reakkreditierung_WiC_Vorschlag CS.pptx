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"/>
  </p:notesMasterIdLst>
  <p:sldIdLst>
    <p:sldId id="262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94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C756C1-F6A8-458B-9EFC-2ACC36E5B749}" type="datetimeFigureOut">
              <a:rPr lang="de-DE" smtClean="0"/>
              <a:t>22.04.2026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E6FD12-DD0B-4CE0-B3D4-044B5D08743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0285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B7ECAF-7CB4-A847-0B3F-F9B9138AA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0969DA1-519F-B52F-A1B6-D8E8389A2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21F967-3BCA-9F80-2AF1-131C9D6AE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A5FB-AB5A-409A-9767-4C84094C7F73}" type="datetimeFigureOut">
              <a:rPr lang="de-DE" smtClean="0"/>
              <a:t>22.04.2026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7F8A49-86F3-DF19-4540-D071680E1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812A0E-D71C-215A-15E4-B31B1591D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C3F0-24D8-4709-85A0-217E5AF079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210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FE3B44-FB4A-A458-D3EC-8BB567A95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80CEE1-D344-8ABE-12F3-8B7216B86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4120C3-D2A6-4267-A950-C6C299C4C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A5FB-AB5A-409A-9767-4C84094C7F73}" type="datetimeFigureOut">
              <a:rPr lang="de-DE" smtClean="0"/>
              <a:t>22.04.2026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857990-B205-774D-EE69-2361232C1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FF1CE3-5068-DD0C-7039-AB3AD407F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C3F0-24D8-4709-85A0-217E5AF079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375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F324AA-8AE7-4AD4-89D6-0F878AB97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CEE4666-BD03-71C1-177A-3C1741AA1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AFF919-BF7B-902F-281D-FDF821E8E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A5FB-AB5A-409A-9767-4C84094C7F73}" type="datetimeFigureOut">
              <a:rPr lang="de-DE" smtClean="0"/>
              <a:t>22.04.2026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74BA64-A012-3F1D-5D3D-9A14C0D27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B04F85-DD1C-E5D4-F37B-07CFD7452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C3F0-24D8-4709-85A0-217E5AF079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9640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0D6A8A-8A05-0B8A-1381-E7DC4B5DC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134EDC-8C53-0CD2-3783-FC5B412160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562405B-A724-D0CE-7EB7-DEE63E05B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0840B9B-2766-D9BB-19B8-AA5C9FBE6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A5FB-AB5A-409A-9767-4C84094C7F73}" type="datetimeFigureOut">
              <a:rPr lang="de-DE" smtClean="0"/>
              <a:t>22.04.2026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932C81F-A31B-839F-6A03-396704F6E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D39C61D-54DF-6C60-1399-0376D1E7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C3F0-24D8-4709-85A0-217E5AF079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1581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31B583-553A-F7CA-FC8C-FD3F077D4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0D28ABA-C62A-6782-ACBB-0BE27EC16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4F0053A-129A-4211-6D4E-1A75D0C2C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43FEA64-646F-7160-0E06-6CFB2D8AEF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877844B-4ABE-F5E1-AF5A-56213FB23A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F3609E2-A063-96A4-AFE6-22FBBFDBE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A5FB-AB5A-409A-9767-4C84094C7F73}" type="datetimeFigureOut">
              <a:rPr lang="de-DE" smtClean="0"/>
              <a:t>22.04.2026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4644559-CA71-9097-1829-8590B2C3B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EA5F0A-D4A0-E3DB-86C4-4F7F0E8AA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C3F0-24D8-4709-85A0-217E5AF079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095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EFD1FD-1C29-E07A-995D-EFAD802BA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CB07DA-96E5-18DC-1704-6052A9135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A5FB-AB5A-409A-9767-4C84094C7F73}" type="datetimeFigureOut">
              <a:rPr lang="de-DE" smtClean="0"/>
              <a:t>22.04.2026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EE5D737-A915-559F-C1DE-E8F66BCC7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4E0E81-432C-5C67-6267-E2D691BAE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C3F0-24D8-4709-85A0-217E5AF079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5067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354E1BE-F63A-048A-F6BA-92FF31307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A5FB-AB5A-409A-9767-4C84094C7F73}" type="datetimeFigureOut">
              <a:rPr lang="de-DE" smtClean="0"/>
              <a:t>22.04.2026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09A263F-8605-BB24-64FA-85D7CEBF5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9CDB032-3EC5-2164-750F-592194534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C3F0-24D8-4709-85A0-217E5AF079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1565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FB5BE2-D21A-C286-2D31-75D6ECC8A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C2E16C-3083-5716-F11E-06659C0FE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9BA3C64-B42A-0EED-8384-70CAC2C75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98B71E9-EBE1-80B7-6EDB-152C88E71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A5FB-AB5A-409A-9767-4C84094C7F73}" type="datetimeFigureOut">
              <a:rPr lang="de-DE" smtClean="0"/>
              <a:t>22.04.2026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0016FDC-0FF5-5519-B1DE-F28598D6B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DEB431D-1C5A-C6E6-9D2D-B77AA7FAA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C3F0-24D8-4709-85A0-217E5AF079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3596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295A74-5AFA-8F4A-5502-39E08A06B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B36AEA5-09B1-798C-BC7D-2653AB083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DFE8A92-8D26-7D8F-EA08-1AD6FB852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7C0D1DE-63A6-7781-8CB2-0089AB2D5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A5FB-AB5A-409A-9767-4C84094C7F73}" type="datetimeFigureOut">
              <a:rPr lang="de-DE" smtClean="0"/>
              <a:t>22.04.2026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9D96DB1-68B5-A7BC-3827-3F2300A7A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E06401-C6EF-3187-E736-01EB2BA0E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C3F0-24D8-4709-85A0-217E5AF079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2428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D42000-EB76-B0F9-267D-3C59D0DEB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7EB3C0F-503A-A73A-3DF3-467DF6CBF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BA7524-8129-67AA-599F-9FB88060F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A5FB-AB5A-409A-9767-4C84094C7F73}" type="datetimeFigureOut">
              <a:rPr lang="de-DE" smtClean="0"/>
              <a:t>22.04.2026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25A4D8-B079-33A9-1E8D-7FE31C1F0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AA3252-700B-F4E8-A8A7-7C59C0D15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C3F0-24D8-4709-85A0-217E5AF079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682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684B69E-7D34-9BE9-99B4-390631DCF9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8B10287-6371-C4FA-D10E-815E02144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360868-5884-8648-6CBB-8C2431D6B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8A5FB-AB5A-409A-9767-4C84094C7F73}" type="datetimeFigureOut">
              <a:rPr lang="de-DE" smtClean="0"/>
              <a:t>22.04.2026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9799AFA-8410-D757-7732-E7967D1E9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56F343-0E99-61F9-3D3E-3F92FEBAD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C3F0-24D8-4709-85A0-217E5AF079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1652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CABCBAD4-CDF6-43FE-8861-A06D0882730D}"/>
              </a:ext>
            </a:extLst>
          </p:cNvPr>
          <p:cNvGrpSpPr/>
          <p:nvPr userDrawn="1"/>
        </p:nvGrpSpPr>
        <p:grpSpPr>
          <a:xfrm>
            <a:off x="-6502" y="6593007"/>
            <a:ext cx="12198503" cy="263834"/>
            <a:chOff x="-4877" y="4950860"/>
            <a:chExt cx="9148877" cy="198120"/>
          </a:xfrm>
        </p:grpSpPr>
        <p:sp>
          <p:nvSpPr>
            <p:cNvPr id="29" name="bk object 18">
              <a:extLst>
                <a:ext uri="{FF2B5EF4-FFF2-40B4-BE49-F238E27FC236}">
                  <a16:creationId xmlns:a16="http://schemas.microsoft.com/office/drawing/2014/main" id="{43762DC1-C2FD-42CE-AFEB-715EE62A1F3D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0" name="bk object 18">
              <a:extLst>
                <a:ext uri="{FF2B5EF4-FFF2-40B4-BE49-F238E27FC236}">
                  <a16:creationId xmlns:a16="http://schemas.microsoft.com/office/drawing/2014/main" id="{76098270-8824-46AE-A5C5-CD99A62A1C4C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1" name="Holder 3">
              <a:extLst>
                <a:ext uri="{FF2B5EF4-FFF2-40B4-BE49-F238E27FC236}">
                  <a16:creationId xmlns:a16="http://schemas.microsoft.com/office/drawing/2014/main" id="{3299EB9C-AF93-46B9-874F-99C450B3EDD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13">
                <a:spcBef>
                  <a:spcPts val="7"/>
                </a:spcBef>
              </a:pPr>
              <a:r>
                <a:rPr lang="de-DE" sz="1332" spc="13" dirty="0"/>
                <a:t>hhu.de</a:t>
              </a:r>
            </a:p>
          </p:txBody>
        </p:sp>
      </p:grp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9E7234BE-B4D1-49DA-A717-D084E338DDBA}"/>
              </a:ext>
            </a:extLst>
          </p:cNvPr>
          <p:cNvSpPr/>
          <p:nvPr userDrawn="1"/>
        </p:nvSpPr>
        <p:spPr>
          <a:xfrm>
            <a:off x="2" y="1894195"/>
            <a:ext cx="4223989" cy="4650925"/>
          </a:xfrm>
          <a:custGeom>
            <a:avLst/>
            <a:gdLst>
              <a:gd name="connsiteX0" fmla="*/ 3773588 w 4271120"/>
              <a:gd name="connsiteY0" fmla="*/ 3280579 h 4702819"/>
              <a:gd name="connsiteX1" fmla="*/ 3717970 w 4271120"/>
              <a:gd name="connsiteY1" fmla="*/ 3393838 h 4702819"/>
              <a:gd name="connsiteX2" fmla="*/ 3755385 w 4271120"/>
              <a:gd name="connsiteY2" fmla="*/ 3541480 h 4702819"/>
              <a:gd name="connsiteX3" fmla="*/ 3742240 w 4271120"/>
              <a:gd name="connsiteY3" fmla="*/ 3544514 h 4702819"/>
              <a:gd name="connsiteX4" fmla="*/ 3594598 w 4271120"/>
              <a:gd name="connsiteY4" fmla="*/ 3403951 h 4702819"/>
              <a:gd name="connsiteX5" fmla="*/ 3773588 w 4271120"/>
              <a:gd name="connsiteY5" fmla="*/ 3280579 h 4702819"/>
              <a:gd name="connsiteX6" fmla="*/ 3937409 w 4271120"/>
              <a:gd name="connsiteY6" fmla="*/ 2981250 h 4702819"/>
              <a:gd name="connsiteX7" fmla="*/ 3833252 w 4271120"/>
              <a:gd name="connsiteY7" fmla="*/ 3118780 h 4702819"/>
              <a:gd name="connsiteX8" fmla="*/ 3480327 w 4271120"/>
              <a:gd name="connsiteY8" fmla="*/ 3142039 h 4702819"/>
              <a:gd name="connsiteX9" fmla="*/ 3488417 w 4271120"/>
              <a:gd name="connsiteY9" fmla="*/ 3070240 h 4702819"/>
              <a:gd name="connsiteX10" fmla="*/ 3802914 w 4271120"/>
              <a:gd name="connsiteY10" fmla="*/ 3008554 h 4702819"/>
              <a:gd name="connsiteX11" fmla="*/ 3937409 w 4271120"/>
              <a:gd name="connsiteY11" fmla="*/ 2981250 h 4702819"/>
              <a:gd name="connsiteX12" fmla="*/ 1530647 w 4271120"/>
              <a:gd name="connsiteY12" fmla="*/ 2816671 h 4702819"/>
              <a:gd name="connsiteX13" fmla="*/ 1538737 w 4271120"/>
              <a:gd name="connsiteY13" fmla="*/ 2820463 h 4702819"/>
              <a:gd name="connsiteX14" fmla="*/ 1944246 w 4271120"/>
              <a:gd name="connsiteY14" fmla="*/ 3409008 h 4702819"/>
              <a:gd name="connsiteX15" fmla="*/ 3606733 w 4271120"/>
              <a:gd name="connsiteY15" fmla="*/ 3913618 h 4702819"/>
              <a:gd name="connsiteX16" fmla="*/ 3607744 w 4271120"/>
              <a:gd name="connsiteY16" fmla="*/ 3926765 h 4702819"/>
              <a:gd name="connsiteX17" fmla="*/ 2423576 w 4271120"/>
              <a:gd name="connsiteY17" fmla="*/ 3894405 h 4702819"/>
              <a:gd name="connsiteX18" fmla="*/ 2077731 w 4271120"/>
              <a:gd name="connsiteY18" fmla="*/ 3806426 h 4702819"/>
              <a:gd name="connsiteX19" fmla="*/ 1525591 w 4271120"/>
              <a:gd name="connsiteY19" fmla="*/ 2823496 h 4702819"/>
              <a:gd name="connsiteX20" fmla="*/ 1530647 w 4271120"/>
              <a:gd name="connsiteY20" fmla="*/ 2816671 h 4702819"/>
              <a:gd name="connsiteX21" fmla="*/ 3996062 w 4271120"/>
              <a:gd name="connsiteY21" fmla="*/ 2605067 h 4702819"/>
              <a:gd name="connsiteX22" fmla="*/ 4271120 w 4271120"/>
              <a:gd name="connsiteY22" fmla="*/ 2676866 h 4702819"/>
              <a:gd name="connsiteX23" fmla="*/ 4008197 w 4271120"/>
              <a:gd name="connsiteY23" fmla="*/ 2693046 h 4702819"/>
              <a:gd name="connsiteX24" fmla="*/ 3829207 w 4271120"/>
              <a:gd name="connsiteY24" fmla="*/ 2680911 h 4702819"/>
              <a:gd name="connsiteX25" fmla="*/ 3670441 w 4271120"/>
              <a:gd name="connsiteY25" fmla="*/ 2642484 h 4702819"/>
              <a:gd name="connsiteX26" fmla="*/ 3996062 w 4271120"/>
              <a:gd name="connsiteY26" fmla="*/ 2605067 h 4702819"/>
              <a:gd name="connsiteX27" fmla="*/ 3443991 w 4271120"/>
              <a:gd name="connsiteY27" fmla="*/ 1373753 h 4702819"/>
              <a:gd name="connsiteX28" fmla="*/ 3808982 w 4271120"/>
              <a:gd name="connsiteY28" fmla="*/ 1505845 h 4702819"/>
              <a:gd name="connsiteX29" fmla="*/ 3766510 w 4271120"/>
              <a:gd name="connsiteY29" fmla="*/ 1714160 h 4702819"/>
              <a:gd name="connsiteX30" fmla="*/ 3673475 w 4271120"/>
              <a:gd name="connsiteY30" fmla="*/ 1626182 h 4702819"/>
              <a:gd name="connsiteX31" fmla="*/ 3503586 w 4271120"/>
              <a:gd name="connsiteY31" fmla="*/ 1940680 h 4702819"/>
              <a:gd name="connsiteX32" fmla="*/ 3349877 w 4271120"/>
              <a:gd name="connsiteY32" fmla="*/ 1900230 h 4702819"/>
              <a:gd name="connsiteX33" fmla="*/ 3263920 w 4271120"/>
              <a:gd name="connsiteY33" fmla="*/ 1778881 h 4702819"/>
              <a:gd name="connsiteX34" fmla="*/ 2886727 w 4271120"/>
              <a:gd name="connsiteY34" fmla="*/ 1881016 h 4702819"/>
              <a:gd name="connsiteX35" fmla="*/ 3400439 w 4271120"/>
              <a:gd name="connsiteY35" fmla="*/ 1585733 h 4702819"/>
              <a:gd name="connsiteX36" fmla="*/ 2921109 w 4271120"/>
              <a:gd name="connsiteY36" fmla="*/ 1605957 h 4702819"/>
              <a:gd name="connsiteX37" fmla="*/ 2913019 w 4271120"/>
              <a:gd name="connsiteY37" fmla="*/ 1594835 h 4702819"/>
              <a:gd name="connsiteX38" fmla="*/ 3443991 w 4271120"/>
              <a:gd name="connsiteY38" fmla="*/ 1373753 h 4702819"/>
              <a:gd name="connsiteX39" fmla="*/ 0 w 4271120"/>
              <a:gd name="connsiteY39" fmla="*/ 0 h 4702819"/>
              <a:gd name="connsiteX40" fmla="*/ 115292 w 4271120"/>
              <a:gd name="connsiteY40" fmla="*/ 0 h 4702819"/>
              <a:gd name="connsiteX41" fmla="*/ 274676 w 4271120"/>
              <a:gd name="connsiteY41" fmla="*/ 0 h 4702819"/>
              <a:gd name="connsiteX42" fmla="*/ 3942724 w 4271120"/>
              <a:gd name="connsiteY42" fmla="*/ 0 h 4702819"/>
              <a:gd name="connsiteX43" fmla="*/ 3939432 w 4271120"/>
              <a:gd name="connsiteY43" fmla="*/ 53696 h 4702819"/>
              <a:gd name="connsiteX44" fmla="*/ 3684598 w 4271120"/>
              <a:gd name="connsiteY44" fmla="*/ 334822 h 4702819"/>
              <a:gd name="connsiteX45" fmla="*/ 3981904 w 4271120"/>
              <a:gd name="connsiteY45" fmla="*/ 155833 h 4702819"/>
              <a:gd name="connsiteX46" fmla="*/ 3993028 w 4271120"/>
              <a:gd name="connsiteY46" fmla="*/ 404599 h 4702819"/>
              <a:gd name="connsiteX47" fmla="*/ 3433810 w 4271120"/>
              <a:gd name="connsiteY47" fmla="*/ 635163 h 4702819"/>
              <a:gd name="connsiteX48" fmla="*/ 2283013 w 4271120"/>
              <a:gd name="connsiteY48" fmla="*/ 464262 h 4702819"/>
              <a:gd name="connsiteX49" fmla="*/ 2284025 w 4271120"/>
              <a:gd name="connsiteY49" fmla="*/ 455161 h 4702819"/>
              <a:gd name="connsiteX50" fmla="*/ 2959536 w 4271120"/>
              <a:gd name="connsiteY50" fmla="*/ 115383 h 4702819"/>
              <a:gd name="connsiteX51" fmla="*/ 2949424 w 4271120"/>
              <a:gd name="connsiteY51" fmla="*/ 107293 h 4702819"/>
              <a:gd name="connsiteX52" fmla="*/ 1789525 w 4271120"/>
              <a:gd name="connsiteY52" fmla="*/ 314598 h 4702819"/>
              <a:gd name="connsiteX53" fmla="*/ 1564018 w 4271120"/>
              <a:gd name="connsiteY53" fmla="*/ 251900 h 4702819"/>
              <a:gd name="connsiteX54" fmla="*/ 1554917 w 4271120"/>
              <a:gd name="connsiteY54" fmla="*/ 262013 h 4702819"/>
              <a:gd name="connsiteX55" fmla="*/ 2389194 w 4271120"/>
              <a:gd name="connsiteY55" fmla="*/ 907188 h 4702819"/>
              <a:gd name="connsiteX56" fmla="*/ 2159641 w 4271120"/>
              <a:gd name="connsiteY56" fmla="*/ 613927 h 4702819"/>
              <a:gd name="connsiteX57" fmla="*/ 2255710 w 4271120"/>
              <a:gd name="connsiteY57" fmla="*/ 818197 h 4702819"/>
              <a:gd name="connsiteX58" fmla="*/ 2248631 w 4271120"/>
              <a:gd name="connsiteY58" fmla="*/ 897075 h 4702819"/>
              <a:gd name="connsiteX59" fmla="*/ 2071663 w 4271120"/>
              <a:gd name="connsiteY59" fmla="*/ 706960 h 4702819"/>
              <a:gd name="connsiteX60" fmla="*/ 2063573 w 4271120"/>
              <a:gd name="connsiteY60" fmla="*/ 718085 h 4702819"/>
              <a:gd name="connsiteX61" fmla="*/ 1981662 w 4271120"/>
              <a:gd name="connsiteY61" fmla="*/ 1090223 h 4702819"/>
              <a:gd name="connsiteX62" fmla="*/ 2015034 w 4271120"/>
              <a:gd name="connsiteY62" fmla="*/ 1068987 h 4702819"/>
              <a:gd name="connsiteX63" fmla="*/ 2152563 w 4271120"/>
              <a:gd name="connsiteY63" fmla="*/ 876851 h 4702819"/>
              <a:gd name="connsiteX64" fmla="*/ 2193013 w 4271120"/>
              <a:gd name="connsiteY64" fmla="*/ 935503 h 4702819"/>
              <a:gd name="connsiteX65" fmla="*/ 2042337 w 4271120"/>
              <a:gd name="connsiteY65" fmla="*/ 1153931 h 4702819"/>
              <a:gd name="connsiteX66" fmla="*/ 1195925 w 4271120"/>
              <a:gd name="connsiteY66" fmla="*/ 1315731 h 4702819"/>
              <a:gd name="connsiteX67" fmla="*/ 1759188 w 4271120"/>
              <a:gd name="connsiteY67" fmla="*/ 1329888 h 4702819"/>
              <a:gd name="connsiteX68" fmla="*/ 1762222 w 4271120"/>
              <a:gd name="connsiteY68" fmla="*/ 1336967 h 4702819"/>
              <a:gd name="connsiteX69" fmla="*/ 1303117 w 4271120"/>
              <a:gd name="connsiteY69" fmla="*/ 1458316 h 4702819"/>
              <a:gd name="connsiteX70" fmla="*/ 1879527 w 4271120"/>
              <a:gd name="connsiteY70" fmla="*/ 1385506 h 4702819"/>
              <a:gd name="connsiteX71" fmla="*/ 1882560 w 4271120"/>
              <a:gd name="connsiteY71" fmla="*/ 1389551 h 4702819"/>
              <a:gd name="connsiteX72" fmla="*/ 1158509 w 4271120"/>
              <a:gd name="connsiteY72" fmla="*/ 1608992 h 4702819"/>
              <a:gd name="connsiteX73" fmla="*/ 1500309 w 4271120"/>
              <a:gd name="connsiteY73" fmla="*/ 1648430 h 4702819"/>
              <a:gd name="connsiteX74" fmla="*/ 1502332 w 4271120"/>
              <a:gd name="connsiteY74" fmla="*/ 1651464 h 4702819"/>
              <a:gd name="connsiteX75" fmla="*/ 1323342 w 4271120"/>
              <a:gd name="connsiteY75" fmla="*/ 1726296 h 4702819"/>
              <a:gd name="connsiteX76" fmla="*/ 1387050 w 4271120"/>
              <a:gd name="connsiteY76" fmla="*/ 1741465 h 4702819"/>
              <a:gd name="connsiteX77" fmla="*/ 1442669 w 4271120"/>
              <a:gd name="connsiteY77" fmla="*/ 1750566 h 4702819"/>
              <a:gd name="connsiteX78" fmla="*/ 1983684 w 4271120"/>
              <a:gd name="connsiteY78" fmla="*/ 1635284 h 4702819"/>
              <a:gd name="connsiteX79" fmla="*/ 2041326 w 4271120"/>
              <a:gd name="connsiteY79" fmla="*/ 1604947 h 4702819"/>
              <a:gd name="connsiteX80" fmla="*/ 1993797 w 4271120"/>
              <a:gd name="connsiteY80" fmla="*/ 1723262 h 4702819"/>
              <a:gd name="connsiteX81" fmla="*/ 1881549 w 4271120"/>
              <a:gd name="connsiteY81" fmla="*/ 1801128 h 4702819"/>
              <a:gd name="connsiteX82" fmla="*/ 1868403 w 4271120"/>
              <a:gd name="connsiteY82" fmla="*/ 1865847 h 4702819"/>
              <a:gd name="connsiteX83" fmla="*/ 1001766 w 4271120"/>
              <a:gd name="connsiteY83" fmla="*/ 1993265 h 4702819"/>
              <a:gd name="connsiteX84" fmla="*/ 999744 w 4271120"/>
              <a:gd name="connsiteY84" fmla="*/ 1993265 h 4702819"/>
              <a:gd name="connsiteX85" fmla="*/ 1477051 w 4271120"/>
              <a:gd name="connsiteY85" fmla="*/ 2115625 h 4702819"/>
              <a:gd name="connsiteX86" fmla="*/ 1478062 w 4271120"/>
              <a:gd name="connsiteY86" fmla="*/ 2118658 h 4702819"/>
              <a:gd name="connsiteX87" fmla="*/ 1337500 w 4271120"/>
              <a:gd name="connsiteY87" fmla="*/ 2160120 h 4702819"/>
              <a:gd name="connsiteX88" fmla="*/ 1830987 w 4271120"/>
              <a:gd name="connsiteY88" fmla="*/ 2044838 h 4702819"/>
              <a:gd name="connsiteX89" fmla="*/ 1840088 w 4271120"/>
              <a:gd name="connsiteY89" fmla="*/ 2054950 h 4702819"/>
              <a:gd name="connsiteX90" fmla="*/ 1610536 w 4271120"/>
              <a:gd name="connsiteY90" fmla="*/ 2209670 h 4702819"/>
              <a:gd name="connsiteX91" fmla="*/ 970417 w 4271120"/>
              <a:gd name="connsiteY91" fmla="*/ 2143940 h 4702819"/>
              <a:gd name="connsiteX92" fmla="*/ 1531659 w 4271120"/>
              <a:gd name="connsiteY92" fmla="*/ 2446302 h 4702819"/>
              <a:gd name="connsiteX93" fmla="*/ 1040194 w 4271120"/>
              <a:gd name="connsiteY93" fmla="*/ 2520123 h 4702819"/>
              <a:gd name="connsiteX94" fmla="*/ 1012890 w 4271120"/>
              <a:gd name="connsiteY94" fmla="*/ 2497875 h 4702819"/>
              <a:gd name="connsiteX95" fmla="*/ 585134 w 4271120"/>
              <a:gd name="connsiteY95" fmla="*/ 2905408 h 4702819"/>
              <a:gd name="connsiteX96" fmla="*/ 2443801 w 4271120"/>
              <a:gd name="connsiteY96" fmla="*/ 4164407 h 4702819"/>
              <a:gd name="connsiteX97" fmla="*/ 2680749 w 4271120"/>
              <a:gd name="connsiteY97" fmla="*/ 4641304 h 4702819"/>
              <a:gd name="connsiteX98" fmla="*/ 2704586 w 4271120"/>
              <a:gd name="connsiteY98" fmla="*/ 4702819 h 4702819"/>
              <a:gd name="connsiteX99" fmla="*/ 274676 w 4271120"/>
              <a:gd name="connsiteY99" fmla="*/ 4702819 h 4702819"/>
              <a:gd name="connsiteX100" fmla="*/ 115292 w 4271120"/>
              <a:gd name="connsiteY100" fmla="*/ 4702819 h 4702819"/>
              <a:gd name="connsiteX101" fmla="*/ 0 w 4271120"/>
              <a:gd name="connsiteY101" fmla="*/ 4702819 h 4702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799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A72F4E-48F4-48C4-AAF5-77358A958D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72372" y="3020381"/>
            <a:ext cx="5868144" cy="1424920"/>
          </a:xfrm>
        </p:spPr>
        <p:txBody>
          <a:bodyPr lIns="0" tIns="0" rIns="0" bIns="0" anchor="b">
            <a:noAutofit/>
          </a:bodyPr>
          <a:lstStyle>
            <a:lvl1pPr algn="l">
              <a:defRPr sz="4794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D0E50F-2245-4DD1-8901-55D904703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2372" y="4653135"/>
            <a:ext cx="5868144" cy="805193"/>
          </a:xfrm>
        </p:spPr>
        <p:txBody>
          <a:bodyPr>
            <a:noAutofit/>
          </a:bodyPr>
          <a:lstStyle>
            <a:lvl1pPr marL="0" indent="0" algn="l">
              <a:buNone/>
              <a:defRPr sz="2131">
                <a:solidFill>
                  <a:schemeClr val="tx2"/>
                </a:solidFill>
              </a:defRPr>
            </a:lvl1pPr>
            <a:lvl2pPr marL="608853" indent="0" algn="ctr">
              <a:buNone/>
              <a:defRPr sz="2663"/>
            </a:lvl2pPr>
            <a:lvl3pPr marL="1217706" indent="0" algn="ctr">
              <a:buNone/>
              <a:defRPr sz="2397"/>
            </a:lvl3pPr>
            <a:lvl4pPr marL="1826560" indent="0" algn="ctr">
              <a:buNone/>
              <a:defRPr sz="2131"/>
            </a:lvl4pPr>
            <a:lvl5pPr marL="2435413" indent="0" algn="ctr">
              <a:buNone/>
              <a:defRPr sz="2131"/>
            </a:lvl5pPr>
            <a:lvl6pPr marL="3044266" indent="0" algn="ctr">
              <a:buNone/>
              <a:defRPr sz="2131"/>
            </a:lvl6pPr>
            <a:lvl7pPr marL="3653119" indent="0" algn="ctr">
              <a:buNone/>
              <a:defRPr sz="2131"/>
            </a:lvl7pPr>
            <a:lvl8pPr marL="4261973" indent="0" algn="ctr">
              <a:buNone/>
              <a:defRPr sz="2131"/>
            </a:lvl8pPr>
            <a:lvl9pPr marL="4870826" indent="0" algn="ctr">
              <a:buNone/>
              <a:defRPr sz="2131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grpSp>
        <p:nvGrpSpPr>
          <p:cNvPr id="8" name="Grafik 6">
            <a:extLst>
              <a:ext uri="{FF2B5EF4-FFF2-40B4-BE49-F238E27FC236}">
                <a16:creationId xmlns:a16="http://schemas.microsoft.com/office/drawing/2014/main" id="{4A50CB4E-A2BD-42A4-89AF-00FBAF42EDC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97066" y="513162"/>
            <a:ext cx="2038561" cy="777968"/>
            <a:chOff x="695325" y="516229"/>
            <a:chExt cx="2556359" cy="975572"/>
          </a:xfrm>
          <a:solidFill>
            <a:srgbClr val="0072BC"/>
          </a:solidFill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25C16EB5-4461-4758-A5F1-9FCFC409D904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74F2F414-99B5-4842-AE69-123A75660DF4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2AE2AF92-0F47-4975-97EE-AD59D0F4352B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39DDEE01-97C2-45BB-8AA5-588FD5885C56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</p:grpSp>
      <p:sp>
        <p:nvSpPr>
          <p:cNvPr id="28" name="Datumsplatzhalter 3">
            <a:extLst>
              <a:ext uri="{FF2B5EF4-FFF2-40B4-BE49-F238E27FC236}">
                <a16:creationId xmlns:a16="http://schemas.microsoft.com/office/drawing/2014/main" id="{B9C2E3E9-74C5-4BA8-96B4-0798E93E3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2048" y="5939875"/>
            <a:ext cx="2743200" cy="3651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 lang="de-DE" smtClean="0">
                <a:solidFill>
                  <a:schemeClr val="tx2"/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21599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991EEF65-5B2F-4153-B72A-8188920387E8}"/>
              </a:ext>
            </a:extLst>
          </p:cNvPr>
          <p:cNvGrpSpPr/>
          <p:nvPr userDrawn="1"/>
        </p:nvGrpSpPr>
        <p:grpSpPr>
          <a:xfrm>
            <a:off x="-6502" y="6593007"/>
            <a:ext cx="12198503" cy="263834"/>
            <a:chOff x="-4877" y="4950860"/>
            <a:chExt cx="9148877" cy="198120"/>
          </a:xfrm>
        </p:grpSpPr>
        <p:sp>
          <p:nvSpPr>
            <p:cNvPr id="28" name="bk object 18">
              <a:extLst>
                <a:ext uri="{FF2B5EF4-FFF2-40B4-BE49-F238E27FC236}">
                  <a16:creationId xmlns:a16="http://schemas.microsoft.com/office/drawing/2014/main" id="{7F2B589E-3839-4C3B-92E1-F293A76DB3C1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9" name="bk object 18">
              <a:extLst>
                <a:ext uri="{FF2B5EF4-FFF2-40B4-BE49-F238E27FC236}">
                  <a16:creationId xmlns:a16="http://schemas.microsoft.com/office/drawing/2014/main" id="{8DC76EE0-F751-40CD-B7DB-DC698896789C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0" name="Holder 3">
              <a:extLst>
                <a:ext uri="{FF2B5EF4-FFF2-40B4-BE49-F238E27FC236}">
                  <a16:creationId xmlns:a16="http://schemas.microsoft.com/office/drawing/2014/main" id="{5DFAD467-705A-4EBF-B0CD-82975D99AB5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13">
                <a:spcBef>
                  <a:spcPts val="7"/>
                </a:spcBef>
              </a:pPr>
              <a:r>
                <a:rPr lang="de-DE" sz="1332" spc="13" dirty="0"/>
                <a:t>hhu.de</a:t>
              </a:r>
            </a:p>
          </p:txBody>
        </p:sp>
      </p:grpSp>
      <p:sp>
        <p:nvSpPr>
          <p:cNvPr id="26" name="Freihandform: Form 25">
            <a:extLst>
              <a:ext uri="{FF2B5EF4-FFF2-40B4-BE49-F238E27FC236}">
                <a16:creationId xmlns:a16="http://schemas.microsoft.com/office/drawing/2014/main" id="{59BE50D6-D2EF-43B9-8437-C5253F74EA60}"/>
              </a:ext>
            </a:extLst>
          </p:cNvPr>
          <p:cNvSpPr/>
          <p:nvPr userDrawn="1"/>
        </p:nvSpPr>
        <p:spPr>
          <a:xfrm>
            <a:off x="2" y="1894195"/>
            <a:ext cx="4223989" cy="4650925"/>
          </a:xfrm>
          <a:custGeom>
            <a:avLst/>
            <a:gdLst>
              <a:gd name="connsiteX0" fmla="*/ 3773588 w 4271120"/>
              <a:gd name="connsiteY0" fmla="*/ 3280579 h 4702819"/>
              <a:gd name="connsiteX1" fmla="*/ 3717970 w 4271120"/>
              <a:gd name="connsiteY1" fmla="*/ 3393838 h 4702819"/>
              <a:gd name="connsiteX2" fmla="*/ 3755385 w 4271120"/>
              <a:gd name="connsiteY2" fmla="*/ 3541480 h 4702819"/>
              <a:gd name="connsiteX3" fmla="*/ 3742240 w 4271120"/>
              <a:gd name="connsiteY3" fmla="*/ 3544514 h 4702819"/>
              <a:gd name="connsiteX4" fmla="*/ 3594598 w 4271120"/>
              <a:gd name="connsiteY4" fmla="*/ 3403951 h 4702819"/>
              <a:gd name="connsiteX5" fmla="*/ 3773588 w 4271120"/>
              <a:gd name="connsiteY5" fmla="*/ 3280579 h 4702819"/>
              <a:gd name="connsiteX6" fmla="*/ 3937409 w 4271120"/>
              <a:gd name="connsiteY6" fmla="*/ 2981250 h 4702819"/>
              <a:gd name="connsiteX7" fmla="*/ 3833252 w 4271120"/>
              <a:gd name="connsiteY7" fmla="*/ 3118780 h 4702819"/>
              <a:gd name="connsiteX8" fmla="*/ 3480327 w 4271120"/>
              <a:gd name="connsiteY8" fmla="*/ 3142039 h 4702819"/>
              <a:gd name="connsiteX9" fmla="*/ 3488417 w 4271120"/>
              <a:gd name="connsiteY9" fmla="*/ 3070240 h 4702819"/>
              <a:gd name="connsiteX10" fmla="*/ 3802914 w 4271120"/>
              <a:gd name="connsiteY10" fmla="*/ 3008554 h 4702819"/>
              <a:gd name="connsiteX11" fmla="*/ 3937409 w 4271120"/>
              <a:gd name="connsiteY11" fmla="*/ 2981250 h 4702819"/>
              <a:gd name="connsiteX12" fmla="*/ 1530647 w 4271120"/>
              <a:gd name="connsiteY12" fmla="*/ 2816671 h 4702819"/>
              <a:gd name="connsiteX13" fmla="*/ 1538737 w 4271120"/>
              <a:gd name="connsiteY13" fmla="*/ 2820463 h 4702819"/>
              <a:gd name="connsiteX14" fmla="*/ 1944246 w 4271120"/>
              <a:gd name="connsiteY14" fmla="*/ 3409008 h 4702819"/>
              <a:gd name="connsiteX15" fmla="*/ 3606733 w 4271120"/>
              <a:gd name="connsiteY15" fmla="*/ 3913618 h 4702819"/>
              <a:gd name="connsiteX16" fmla="*/ 3607744 w 4271120"/>
              <a:gd name="connsiteY16" fmla="*/ 3926765 h 4702819"/>
              <a:gd name="connsiteX17" fmla="*/ 2423576 w 4271120"/>
              <a:gd name="connsiteY17" fmla="*/ 3894405 h 4702819"/>
              <a:gd name="connsiteX18" fmla="*/ 2077731 w 4271120"/>
              <a:gd name="connsiteY18" fmla="*/ 3806426 h 4702819"/>
              <a:gd name="connsiteX19" fmla="*/ 1525591 w 4271120"/>
              <a:gd name="connsiteY19" fmla="*/ 2823496 h 4702819"/>
              <a:gd name="connsiteX20" fmla="*/ 1530647 w 4271120"/>
              <a:gd name="connsiteY20" fmla="*/ 2816671 h 4702819"/>
              <a:gd name="connsiteX21" fmla="*/ 3996062 w 4271120"/>
              <a:gd name="connsiteY21" fmla="*/ 2605067 h 4702819"/>
              <a:gd name="connsiteX22" fmla="*/ 4271120 w 4271120"/>
              <a:gd name="connsiteY22" fmla="*/ 2676866 h 4702819"/>
              <a:gd name="connsiteX23" fmla="*/ 4008197 w 4271120"/>
              <a:gd name="connsiteY23" fmla="*/ 2693046 h 4702819"/>
              <a:gd name="connsiteX24" fmla="*/ 3829207 w 4271120"/>
              <a:gd name="connsiteY24" fmla="*/ 2680911 h 4702819"/>
              <a:gd name="connsiteX25" fmla="*/ 3670441 w 4271120"/>
              <a:gd name="connsiteY25" fmla="*/ 2642484 h 4702819"/>
              <a:gd name="connsiteX26" fmla="*/ 3996062 w 4271120"/>
              <a:gd name="connsiteY26" fmla="*/ 2605067 h 4702819"/>
              <a:gd name="connsiteX27" fmla="*/ 3443991 w 4271120"/>
              <a:gd name="connsiteY27" fmla="*/ 1373753 h 4702819"/>
              <a:gd name="connsiteX28" fmla="*/ 3808982 w 4271120"/>
              <a:gd name="connsiteY28" fmla="*/ 1505845 h 4702819"/>
              <a:gd name="connsiteX29" fmla="*/ 3766510 w 4271120"/>
              <a:gd name="connsiteY29" fmla="*/ 1714160 h 4702819"/>
              <a:gd name="connsiteX30" fmla="*/ 3673475 w 4271120"/>
              <a:gd name="connsiteY30" fmla="*/ 1626182 h 4702819"/>
              <a:gd name="connsiteX31" fmla="*/ 3503586 w 4271120"/>
              <a:gd name="connsiteY31" fmla="*/ 1940680 h 4702819"/>
              <a:gd name="connsiteX32" fmla="*/ 3349877 w 4271120"/>
              <a:gd name="connsiteY32" fmla="*/ 1900230 h 4702819"/>
              <a:gd name="connsiteX33" fmla="*/ 3263920 w 4271120"/>
              <a:gd name="connsiteY33" fmla="*/ 1778881 h 4702819"/>
              <a:gd name="connsiteX34" fmla="*/ 2886727 w 4271120"/>
              <a:gd name="connsiteY34" fmla="*/ 1881016 h 4702819"/>
              <a:gd name="connsiteX35" fmla="*/ 3400439 w 4271120"/>
              <a:gd name="connsiteY35" fmla="*/ 1585733 h 4702819"/>
              <a:gd name="connsiteX36" fmla="*/ 2921109 w 4271120"/>
              <a:gd name="connsiteY36" fmla="*/ 1605957 h 4702819"/>
              <a:gd name="connsiteX37" fmla="*/ 2913019 w 4271120"/>
              <a:gd name="connsiteY37" fmla="*/ 1594835 h 4702819"/>
              <a:gd name="connsiteX38" fmla="*/ 3443991 w 4271120"/>
              <a:gd name="connsiteY38" fmla="*/ 1373753 h 4702819"/>
              <a:gd name="connsiteX39" fmla="*/ 0 w 4271120"/>
              <a:gd name="connsiteY39" fmla="*/ 0 h 4702819"/>
              <a:gd name="connsiteX40" fmla="*/ 115292 w 4271120"/>
              <a:gd name="connsiteY40" fmla="*/ 0 h 4702819"/>
              <a:gd name="connsiteX41" fmla="*/ 274676 w 4271120"/>
              <a:gd name="connsiteY41" fmla="*/ 0 h 4702819"/>
              <a:gd name="connsiteX42" fmla="*/ 3942724 w 4271120"/>
              <a:gd name="connsiteY42" fmla="*/ 0 h 4702819"/>
              <a:gd name="connsiteX43" fmla="*/ 3939432 w 4271120"/>
              <a:gd name="connsiteY43" fmla="*/ 53696 h 4702819"/>
              <a:gd name="connsiteX44" fmla="*/ 3684598 w 4271120"/>
              <a:gd name="connsiteY44" fmla="*/ 334822 h 4702819"/>
              <a:gd name="connsiteX45" fmla="*/ 3981904 w 4271120"/>
              <a:gd name="connsiteY45" fmla="*/ 155833 h 4702819"/>
              <a:gd name="connsiteX46" fmla="*/ 3993028 w 4271120"/>
              <a:gd name="connsiteY46" fmla="*/ 404599 h 4702819"/>
              <a:gd name="connsiteX47" fmla="*/ 3433810 w 4271120"/>
              <a:gd name="connsiteY47" fmla="*/ 635163 h 4702819"/>
              <a:gd name="connsiteX48" fmla="*/ 2283013 w 4271120"/>
              <a:gd name="connsiteY48" fmla="*/ 464262 h 4702819"/>
              <a:gd name="connsiteX49" fmla="*/ 2284025 w 4271120"/>
              <a:gd name="connsiteY49" fmla="*/ 455161 h 4702819"/>
              <a:gd name="connsiteX50" fmla="*/ 2959536 w 4271120"/>
              <a:gd name="connsiteY50" fmla="*/ 115383 h 4702819"/>
              <a:gd name="connsiteX51" fmla="*/ 2949424 w 4271120"/>
              <a:gd name="connsiteY51" fmla="*/ 107293 h 4702819"/>
              <a:gd name="connsiteX52" fmla="*/ 1789525 w 4271120"/>
              <a:gd name="connsiteY52" fmla="*/ 314598 h 4702819"/>
              <a:gd name="connsiteX53" fmla="*/ 1564018 w 4271120"/>
              <a:gd name="connsiteY53" fmla="*/ 251900 h 4702819"/>
              <a:gd name="connsiteX54" fmla="*/ 1554917 w 4271120"/>
              <a:gd name="connsiteY54" fmla="*/ 262013 h 4702819"/>
              <a:gd name="connsiteX55" fmla="*/ 2389194 w 4271120"/>
              <a:gd name="connsiteY55" fmla="*/ 907188 h 4702819"/>
              <a:gd name="connsiteX56" fmla="*/ 2159641 w 4271120"/>
              <a:gd name="connsiteY56" fmla="*/ 613927 h 4702819"/>
              <a:gd name="connsiteX57" fmla="*/ 2255710 w 4271120"/>
              <a:gd name="connsiteY57" fmla="*/ 818197 h 4702819"/>
              <a:gd name="connsiteX58" fmla="*/ 2248631 w 4271120"/>
              <a:gd name="connsiteY58" fmla="*/ 897075 h 4702819"/>
              <a:gd name="connsiteX59" fmla="*/ 2071663 w 4271120"/>
              <a:gd name="connsiteY59" fmla="*/ 706960 h 4702819"/>
              <a:gd name="connsiteX60" fmla="*/ 2063573 w 4271120"/>
              <a:gd name="connsiteY60" fmla="*/ 718085 h 4702819"/>
              <a:gd name="connsiteX61" fmla="*/ 1981662 w 4271120"/>
              <a:gd name="connsiteY61" fmla="*/ 1090223 h 4702819"/>
              <a:gd name="connsiteX62" fmla="*/ 2015034 w 4271120"/>
              <a:gd name="connsiteY62" fmla="*/ 1068987 h 4702819"/>
              <a:gd name="connsiteX63" fmla="*/ 2152563 w 4271120"/>
              <a:gd name="connsiteY63" fmla="*/ 876851 h 4702819"/>
              <a:gd name="connsiteX64" fmla="*/ 2193013 w 4271120"/>
              <a:gd name="connsiteY64" fmla="*/ 935503 h 4702819"/>
              <a:gd name="connsiteX65" fmla="*/ 2042337 w 4271120"/>
              <a:gd name="connsiteY65" fmla="*/ 1153931 h 4702819"/>
              <a:gd name="connsiteX66" fmla="*/ 1195925 w 4271120"/>
              <a:gd name="connsiteY66" fmla="*/ 1315731 h 4702819"/>
              <a:gd name="connsiteX67" fmla="*/ 1759188 w 4271120"/>
              <a:gd name="connsiteY67" fmla="*/ 1329888 h 4702819"/>
              <a:gd name="connsiteX68" fmla="*/ 1762222 w 4271120"/>
              <a:gd name="connsiteY68" fmla="*/ 1336967 h 4702819"/>
              <a:gd name="connsiteX69" fmla="*/ 1303117 w 4271120"/>
              <a:gd name="connsiteY69" fmla="*/ 1458316 h 4702819"/>
              <a:gd name="connsiteX70" fmla="*/ 1879527 w 4271120"/>
              <a:gd name="connsiteY70" fmla="*/ 1385506 h 4702819"/>
              <a:gd name="connsiteX71" fmla="*/ 1882560 w 4271120"/>
              <a:gd name="connsiteY71" fmla="*/ 1389551 h 4702819"/>
              <a:gd name="connsiteX72" fmla="*/ 1158509 w 4271120"/>
              <a:gd name="connsiteY72" fmla="*/ 1608992 h 4702819"/>
              <a:gd name="connsiteX73" fmla="*/ 1500309 w 4271120"/>
              <a:gd name="connsiteY73" fmla="*/ 1648430 h 4702819"/>
              <a:gd name="connsiteX74" fmla="*/ 1502332 w 4271120"/>
              <a:gd name="connsiteY74" fmla="*/ 1651464 h 4702819"/>
              <a:gd name="connsiteX75" fmla="*/ 1323342 w 4271120"/>
              <a:gd name="connsiteY75" fmla="*/ 1726296 h 4702819"/>
              <a:gd name="connsiteX76" fmla="*/ 1387050 w 4271120"/>
              <a:gd name="connsiteY76" fmla="*/ 1741465 h 4702819"/>
              <a:gd name="connsiteX77" fmla="*/ 1442669 w 4271120"/>
              <a:gd name="connsiteY77" fmla="*/ 1750566 h 4702819"/>
              <a:gd name="connsiteX78" fmla="*/ 1983684 w 4271120"/>
              <a:gd name="connsiteY78" fmla="*/ 1635284 h 4702819"/>
              <a:gd name="connsiteX79" fmla="*/ 2041326 w 4271120"/>
              <a:gd name="connsiteY79" fmla="*/ 1604947 h 4702819"/>
              <a:gd name="connsiteX80" fmla="*/ 1993797 w 4271120"/>
              <a:gd name="connsiteY80" fmla="*/ 1723262 h 4702819"/>
              <a:gd name="connsiteX81" fmla="*/ 1881549 w 4271120"/>
              <a:gd name="connsiteY81" fmla="*/ 1801128 h 4702819"/>
              <a:gd name="connsiteX82" fmla="*/ 1868403 w 4271120"/>
              <a:gd name="connsiteY82" fmla="*/ 1865847 h 4702819"/>
              <a:gd name="connsiteX83" fmla="*/ 1001766 w 4271120"/>
              <a:gd name="connsiteY83" fmla="*/ 1993265 h 4702819"/>
              <a:gd name="connsiteX84" fmla="*/ 999744 w 4271120"/>
              <a:gd name="connsiteY84" fmla="*/ 1993265 h 4702819"/>
              <a:gd name="connsiteX85" fmla="*/ 1477051 w 4271120"/>
              <a:gd name="connsiteY85" fmla="*/ 2115625 h 4702819"/>
              <a:gd name="connsiteX86" fmla="*/ 1478062 w 4271120"/>
              <a:gd name="connsiteY86" fmla="*/ 2118658 h 4702819"/>
              <a:gd name="connsiteX87" fmla="*/ 1337500 w 4271120"/>
              <a:gd name="connsiteY87" fmla="*/ 2160120 h 4702819"/>
              <a:gd name="connsiteX88" fmla="*/ 1830987 w 4271120"/>
              <a:gd name="connsiteY88" fmla="*/ 2044838 h 4702819"/>
              <a:gd name="connsiteX89" fmla="*/ 1840088 w 4271120"/>
              <a:gd name="connsiteY89" fmla="*/ 2054950 h 4702819"/>
              <a:gd name="connsiteX90" fmla="*/ 1610536 w 4271120"/>
              <a:gd name="connsiteY90" fmla="*/ 2209670 h 4702819"/>
              <a:gd name="connsiteX91" fmla="*/ 970417 w 4271120"/>
              <a:gd name="connsiteY91" fmla="*/ 2143940 h 4702819"/>
              <a:gd name="connsiteX92" fmla="*/ 1531659 w 4271120"/>
              <a:gd name="connsiteY92" fmla="*/ 2446302 h 4702819"/>
              <a:gd name="connsiteX93" fmla="*/ 1040194 w 4271120"/>
              <a:gd name="connsiteY93" fmla="*/ 2520123 h 4702819"/>
              <a:gd name="connsiteX94" fmla="*/ 1012890 w 4271120"/>
              <a:gd name="connsiteY94" fmla="*/ 2497875 h 4702819"/>
              <a:gd name="connsiteX95" fmla="*/ 585134 w 4271120"/>
              <a:gd name="connsiteY95" fmla="*/ 2905408 h 4702819"/>
              <a:gd name="connsiteX96" fmla="*/ 2443801 w 4271120"/>
              <a:gd name="connsiteY96" fmla="*/ 4164407 h 4702819"/>
              <a:gd name="connsiteX97" fmla="*/ 2680749 w 4271120"/>
              <a:gd name="connsiteY97" fmla="*/ 4641304 h 4702819"/>
              <a:gd name="connsiteX98" fmla="*/ 2704586 w 4271120"/>
              <a:gd name="connsiteY98" fmla="*/ 4702819 h 4702819"/>
              <a:gd name="connsiteX99" fmla="*/ 274676 w 4271120"/>
              <a:gd name="connsiteY99" fmla="*/ 4702819 h 4702819"/>
              <a:gd name="connsiteX100" fmla="*/ 115292 w 4271120"/>
              <a:gd name="connsiteY100" fmla="*/ 4702819 h 4702819"/>
              <a:gd name="connsiteX101" fmla="*/ 0 w 4271120"/>
              <a:gd name="connsiteY101" fmla="*/ 4702819 h 4702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de-DE" sz="1799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C10922-9553-44D5-BDEF-C5DFD31E6E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2048" y="5939875"/>
            <a:ext cx="2743200" cy="3651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 lang="de-DE" smtClean="0">
                <a:solidFill>
                  <a:schemeClr val="tx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A72F4E-48F4-48C4-AAF5-77358A958D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48" y="3861049"/>
            <a:ext cx="8533024" cy="720080"/>
          </a:xfrm>
        </p:spPr>
        <p:txBody>
          <a:bodyPr lIns="0" tIns="0" rIns="0" bIns="0" anchor="b">
            <a:noAutofit/>
          </a:bodyPr>
          <a:lstStyle>
            <a:lvl1pPr algn="l">
              <a:defRPr sz="4794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D0E50F-2245-4DD1-8901-55D904703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2048" y="4677552"/>
            <a:ext cx="8533024" cy="80519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131">
                <a:solidFill>
                  <a:schemeClr val="tx2"/>
                </a:solidFill>
              </a:defRPr>
            </a:lvl1pPr>
            <a:lvl2pPr marL="608853" indent="0" algn="ctr">
              <a:buNone/>
              <a:defRPr sz="2663"/>
            </a:lvl2pPr>
            <a:lvl3pPr marL="1217706" indent="0" algn="ctr">
              <a:buNone/>
              <a:defRPr sz="2397"/>
            </a:lvl3pPr>
            <a:lvl4pPr marL="1826560" indent="0" algn="ctr">
              <a:buNone/>
              <a:defRPr sz="2131"/>
            </a:lvl4pPr>
            <a:lvl5pPr marL="2435413" indent="0" algn="ctr">
              <a:buNone/>
              <a:defRPr sz="2131"/>
            </a:lvl5pPr>
            <a:lvl6pPr marL="3044266" indent="0" algn="ctr">
              <a:buNone/>
              <a:defRPr sz="2131"/>
            </a:lvl6pPr>
            <a:lvl7pPr marL="3653119" indent="0" algn="ctr">
              <a:buNone/>
              <a:defRPr sz="2131"/>
            </a:lvl7pPr>
            <a:lvl8pPr marL="4261973" indent="0" algn="ctr">
              <a:buNone/>
              <a:defRPr sz="2131"/>
            </a:lvl8pPr>
            <a:lvl9pPr marL="4870826" indent="0" algn="ctr">
              <a:buNone/>
              <a:defRPr sz="2131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8AC3E5BE-9275-472F-AEB2-C4DA849B9A5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97066" y="513162"/>
            <a:ext cx="2038561" cy="777968"/>
            <a:chOff x="695325" y="516229"/>
            <a:chExt cx="2556359" cy="975572"/>
          </a:xfrm>
          <a:solidFill>
            <a:srgbClr val="0072BC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8A45B3C2-1CA4-47B2-9CD9-00EEF9D615AF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3243C064-66AF-4F89-A61C-8EAA80446B16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5E875C2F-2AC0-45DD-9626-129486821205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2F1F040A-4C25-4A9B-91CF-4997C0E3FA28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</p:grpSp>
    </p:spTree>
    <p:extLst>
      <p:ext uri="{BB962C8B-B14F-4D97-AF65-F5344CB8AC3E}">
        <p14:creationId xmlns:p14="http://schemas.microsoft.com/office/powerpoint/2010/main" val="1833561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2A319C61-FBE7-466D-8041-BA328224720B}"/>
              </a:ext>
            </a:extLst>
          </p:cNvPr>
          <p:cNvGrpSpPr/>
          <p:nvPr userDrawn="1"/>
        </p:nvGrpSpPr>
        <p:grpSpPr>
          <a:xfrm>
            <a:off x="-6502" y="6593007"/>
            <a:ext cx="12198503" cy="263834"/>
            <a:chOff x="-4877" y="4950860"/>
            <a:chExt cx="9148877" cy="198120"/>
          </a:xfrm>
        </p:grpSpPr>
        <p:sp>
          <p:nvSpPr>
            <p:cNvPr id="27" name="bk object 18">
              <a:extLst>
                <a:ext uri="{FF2B5EF4-FFF2-40B4-BE49-F238E27FC236}">
                  <a16:creationId xmlns:a16="http://schemas.microsoft.com/office/drawing/2014/main" id="{6943C0CE-1EA2-499D-ACFC-7FAE777D4885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8" name="bk object 18">
              <a:extLst>
                <a:ext uri="{FF2B5EF4-FFF2-40B4-BE49-F238E27FC236}">
                  <a16:creationId xmlns:a16="http://schemas.microsoft.com/office/drawing/2014/main" id="{C64DCA2F-E670-44CF-8CCD-A8817BCDFE08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29" name="Holder 3">
              <a:extLst>
                <a:ext uri="{FF2B5EF4-FFF2-40B4-BE49-F238E27FC236}">
                  <a16:creationId xmlns:a16="http://schemas.microsoft.com/office/drawing/2014/main" id="{39C16D6C-600C-4A10-95E4-95BF4999FC1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13">
                <a:spcBef>
                  <a:spcPts val="7"/>
                </a:spcBef>
              </a:pPr>
              <a:r>
                <a:rPr lang="de-DE" sz="1332" spc="13" dirty="0"/>
                <a:t>hhu.de</a:t>
              </a:r>
            </a:p>
          </p:txBody>
        </p:sp>
      </p:grp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C10922-9553-44D5-BDEF-C5DFD31E6E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2048" y="5939875"/>
            <a:ext cx="2743200" cy="3651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 lang="de-DE" smtClean="0">
                <a:solidFill>
                  <a:schemeClr val="tx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A72F4E-48F4-48C4-AAF5-77358A958D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48" y="3104964"/>
            <a:ext cx="8533024" cy="1476164"/>
          </a:xfrm>
        </p:spPr>
        <p:txBody>
          <a:bodyPr lIns="0" tIns="0" rIns="0" bIns="0" anchor="b">
            <a:noAutofit/>
          </a:bodyPr>
          <a:lstStyle>
            <a:lvl1pPr algn="l">
              <a:defRPr sz="4794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D0E50F-2245-4DD1-8901-55D904703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2048" y="4677552"/>
            <a:ext cx="8533024" cy="80519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131">
                <a:solidFill>
                  <a:schemeClr val="tx2"/>
                </a:solidFill>
              </a:defRPr>
            </a:lvl1pPr>
            <a:lvl2pPr marL="608853" indent="0" algn="ctr">
              <a:buNone/>
              <a:defRPr sz="2663"/>
            </a:lvl2pPr>
            <a:lvl3pPr marL="1217706" indent="0" algn="ctr">
              <a:buNone/>
              <a:defRPr sz="2397"/>
            </a:lvl3pPr>
            <a:lvl4pPr marL="1826560" indent="0" algn="ctr">
              <a:buNone/>
              <a:defRPr sz="2131"/>
            </a:lvl4pPr>
            <a:lvl5pPr marL="2435413" indent="0" algn="ctr">
              <a:buNone/>
              <a:defRPr sz="2131"/>
            </a:lvl5pPr>
            <a:lvl6pPr marL="3044266" indent="0" algn="ctr">
              <a:buNone/>
              <a:defRPr sz="2131"/>
            </a:lvl6pPr>
            <a:lvl7pPr marL="3653119" indent="0" algn="ctr">
              <a:buNone/>
              <a:defRPr sz="2131"/>
            </a:lvl7pPr>
            <a:lvl8pPr marL="4261973" indent="0" algn="ctr">
              <a:buNone/>
              <a:defRPr sz="2131"/>
            </a:lvl8pPr>
            <a:lvl9pPr marL="4870826" indent="0" algn="ctr">
              <a:buNone/>
              <a:defRPr sz="2131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018F5287-7D90-4427-B223-AB51C34FB46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97066" y="513162"/>
            <a:ext cx="2038561" cy="777968"/>
            <a:chOff x="695325" y="516229"/>
            <a:chExt cx="2556359" cy="975572"/>
          </a:xfrm>
          <a:solidFill>
            <a:srgbClr val="0072BC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949CBA05-EE3B-40FD-B566-67D594E41B9E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73274AB8-A508-4076-9FF6-7AE09BB7827C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0060672-D990-46D3-A86C-D3F5FB08D442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7FB0B066-EC76-4017-ACF3-B5105457A388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</p:grpSp>
    </p:spTree>
    <p:extLst>
      <p:ext uri="{BB962C8B-B14F-4D97-AF65-F5344CB8AC3E}">
        <p14:creationId xmlns:p14="http://schemas.microsoft.com/office/powerpoint/2010/main" val="31475905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3C014E30-33A3-475F-B8A0-9E84E311170A}"/>
              </a:ext>
            </a:extLst>
          </p:cNvPr>
          <p:cNvGrpSpPr/>
          <p:nvPr userDrawn="1"/>
        </p:nvGrpSpPr>
        <p:grpSpPr>
          <a:xfrm>
            <a:off x="-6502" y="6593007"/>
            <a:ext cx="12198503" cy="263834"/>
            <a:chOff x="-4877" y="4950860"/>
            <a:chExt cx="9148877" cy="198120"/>
          </a:xfrm>
        </p:grpSpPr>
        <p:sp>
          <p:nvSpPr>
            <p:cNvPr id="30" name="bk object 18">
              <a:extLst>
                <a:ext uri="{FF2B5EF4-FFF2-40B4-BE49-F238E27FC236}">
                  <a16:creationId xmlns:a16="http://schemas.microsoft.com/office/drawing/2014/main" id="{6643BCF6-A569-4BAD-B15C-E253B00A5594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1" name="bk object 18">
              <a:extLst>
                <a:ext uri="{FF2B5EF4-FFF2-40B4-BE49-F238E27FC236}">
                  <a16:creationId xmlns:a16="http://schemas.microsoft.com/office/drawing/2014/main" id="{D0D25174-0D7D-4590-B212-5467D04FECF1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2" name="Holder 3">
              <a:extLst>
                <a:ext uri="{FF2B5EF4-FFF2-40B4-BE49-F238E27FC236}">
                  <a16:creationId xmlns:a16="http://schemas.microsoft.com/office/drawing/2014/main" id="{7C25F4F3-A838-4B03-A6C0-3D91C8E43EB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13">
                <a:spcBef>
                  <a:spcPts val="7"/>
                </a:spcBef>
              </a:pPr>
              <a:r>
                <a:rPr lang="de-DE" sz="1332" spc="13" dirty="0"/>
                <a:t>hhu.de</a:t>
              </a:r>
            </a:p>
          </p:txBody>
        </p:sp>
      </p:grp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3B5E04AF-3094-435E-B4CE-19B4DDF270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2048" y="5939875"/>
            <a:ext cx="2743200" cy="3651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 lang="de-DE" smtClean="0">
                <a:solidFill>
                  <a:schemeClr val="tx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17" name="Untertitel 2">
            <a:extLst>
              <a:ext uri="{FF2B5EF4-FFF2-40B4-BE49-F238E27FC236}">
                <a16:creationId xmlns:a16="http://schemas.microsoft.com/office/drawing/2014/main" id="{A18DDF52-5273-48AE-8D09-90DA7A10F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2049" y="4677552"/>
            <a:ext cx="6582084" cy="80519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131">
                <a:solidFill>
                  <a:schemeClr val="tx2"/>
                </a:solidFill>
              </a:defRPr>
            </a:lvl1pPr>
            <a:lvl2pPr marL="608853" indent="0" algn="ctr">
              <a:buNone/>
              <a:defRPr sz="2663"/>
            </a:lvl2pPr>
            <a:lvl3pPr marL="1217706" indent="0" algn="ctr">
              <a:buNone/>
              <a:defRPr sz="2397"/>
            </a:lvl3pPr>
            <a:lvl4pPr marL="1826560" indent="0" algn="ctr">
              <a:buNone/>
              <a:defRPr sz="2131"/>
            </a:lvl4pPr>
            <a:lvl5pPr marL="2435413" indent="0" algn="ctr">
              <a:buNone/>
              <a:defRPr sz="2131"/>
            </a:lvl5pPr>
            <a:lvl6pPr marL="3044266" indent="0" algn="ctr">
              <a:buNone/>
              <a:defRPr sz="2131"/>
            </a:lvl6pPr>
            <a:lvl7pPr marL="3653119" indent="0" algn="ctr">
              <a:buNone/>
              <a:defRPr sz="2131"/>
            </a:lvl7pPr>
            <a:lvl8pPr marL="4261973" indent="0" algn="ctr">
              <a:buNone/>
              <a:defRPr sz="2131"/>
            </a:lvl8pPr>
            <a:lvl9pPr marL="4870826" indent="0" algn="ctr">
              <a:buNone/>
              <a:defRPr sz="2131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FAB22651-CAFB-4334-BBAD-47EBF4CF7FD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49" y="3104964"/>
            <a:ext cx="6582084" cy="1476164"/>
          </a:xfrm>
        </p:spPr>
        <p:txBody>
          <a:bodyPr lIns="0" tIns="0" rIns="0" bIns="0" anchor="b">
            <a:noAutofit/>
          </a:bodyPr>
          <a:lstStyle>
            <a:lvl1pPr algn="l">
              <a:defRPr sz="4794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 bearbeiten</a:t>
            </a:r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CF4A76B1-953E-4A32-9BD1-DE88786E38F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97066" y="513162"/>
            <a:ext cx="2038561" cy="777968"/>
            <a:chOff x="695325" y="516229"/>
            <a:chExt cx="2556359" cy="975572"/>
          </a:xfrm>
          <a:solidFill>
            <a:srgbClr val="0072BC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CFD7E5C6-0F67-4B37-B3BF-534429CFB0DA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4D3305F2-C7C5-4C12-9231-D66E6CDF1F5F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841CA9BF-ECB3-404C-B6B8-1533D1C1E0A0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B7658C24-2A28-49B2-96C0-D5EEAC50C416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F135B6-57F4-4B6E-AD86-CFAA18EDA94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94589" y="1449388"/>
            <a:ext cx="4697412" cy="5095732"/>
          </a:xfrm>
          <a:solidFill>
            <a:schemeClr val="bg2">
              <a:lumMod val="100000"/>
            </a:schemeClr>
          </a:solidFill>
          <a:ln/>
        </p:spPr>
        <p:txBody>
          <a:bodyPr lIns="0" tIns="540000" rIns="0" bIns="0" anchor="t">
            <a:noAutofit/>
          </a:bodyPr>
          <a:lstStyle>
            <a:lvl1pPr marL="241004" indent="0" algn="l">
              <a:lnSpc>
                <a:spcPct val="90000"/>
              </a:lnSpc>
              <a:buNone/>
              <a:defRPr sz="2131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 algn="ctr">
              <a:lnSpc>
                <a:spcPct val="90000"/>
              </a:lnSpc>
              <a:defRPr sz="2131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2pPr>
            <a:lvl3pPr algn="ctr">
              <a:lnSpc>
                <a:spcPct val="90000"/>
              </a:lnSpc>
              <a:defRPr sz="2131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3pPr>
            <a:lvl4pPr algn="ctr">
              <a:lnSpc>
                <a:spcPct val="90000"/>
              </a:lnSpc>
              <a:defRPr sz="2131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4pPr>
            <a:lvl5pPr algn="ctr">
              <a:lnSpc>
                <a:spcPct val="90000"/>
              </a:lnSpc>
              <a:defRPr sz="2131" b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Inhaltsplatzhalter</a:t>
            </a:r>
          </a:p>
        </p:txBody>
      </p:sp>
    </p:spTree>
    <p:extLst>
      <p:ext uri="{BB962C8B-B14F-4D97-AF65-F5344CB8AC3E}">
        <p14:creationId xmlns:p14="http://schemas.microsoft.com/office/powerpoint/2010/main" val="38511518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AE8C18B-3B31-4172-BD36-383A2D959058}"/>
              </a:ext>
            </a:extLst>
          </p:cNvPr>
          <p:cNvGrpSpPr/>
          <p:nvPr userDrawn="1"/>
        </p:nvGrpSpPr>
        <p:grpSpPr>
          <a:xfrm>
            <a:off x="-6502" y="6593007"/>
            <a:ext cx="12198503" cy="263834"/>
            <a:chOff x="-4877" y="4950860"/>
            <a:chExt cx="9148877" cy="198120"/>
          </a:xfrm>
        </p:grpSpPr>
        <p:sp>
          <p:nvSpPr>
            <p:cNvPr id="30" name="bk object 18">
              <a:extLst>
                <a:ext uri="{FF2B5EF4-FFF2-40B4-BE49-F238E27FC236}">
                  <a16:creationId xmlns:a16="http://schemas.microsoft.com/office/drawing/2014/main" id="{033258C7-8016-4009-9FB1-F90060178720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1" name="bk object 18">
              <a:extLst>
                <a:ext uri="{FF2B5EF4-FFF2-40B4-BE49-F238E27FC236}">
                  <a16:creationId xmlns:a16="http://schemas.microsoft.com/office/drawing/2014/main" id="{F63F0B04-1DC4-4DF5-9D98-F1A5AB5B67C4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2" name="Holder 3">
              <a:extLst>
                <a:ext uri="{FF2B5EF4-FFF2-40B4-BE49-F238E27FC236}">
                  <a16:creationId xmlns:a16="http://schemas.microsoft.com/office/drawing/2014/main" id="{1BF4C821-21F2-42D9-9C34-70F485006BB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13">
                <a:spcBef>
                  <a:spcPts val="7"/>
                </a:spcBef>
              </a:pPr>
              <a:r>
                <a:rPr lang="de-DE" sz="1332" spc="13" dirty="0"/>
                <a:t>hhu.de</a:t>
              </a:r>
            </a:p>
          </p:txBody>
        </p:sp>
      </p:grp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3B5E04AF-3094-435E-B4CE-19B4DDF270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2048" y="5939875"/>
            <a:ext cx="2743200" cy="3651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73AB5F60-3C1F-41DD-B58A-3B7E23CC9D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49" y="2996953"/>
            <a:ext cx="3773772" cy="1584176"/>
          </a:xfrm>
        </p:spPr>
        <p:txBody>
          <a:bodyPr lIns="0" tIns="0" rIns="0" bIns="0" anchor="b">
            <a:noAutofit/>
          </a:bodyPr>
          <a:lstStyle>
            <a:lvl1pPr algn="l">
              <a:defRPr sz="4794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 bearbeiten</a:t>
            </a:r>
          </a:p>
        </p:txBody>
      </p:sp>
      <p:sp>
        <p:nvSpPr>
          <p:cNvPr id="17" name="Untertitel 2">
            <a:extLst>
              <a:ext uri="{FF2B5EF4-FFF2-40B4-BE49-F238E27FC236}">
                <a16:creationId xmlns:a16="http://schemas.microsoft.com/office/drawing/2014/main" id="{A18DDF52-5273-48AE-8D09-90DA7A10F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2049" y="4677552"/>
            <a:ext cx="3773772" cy="80519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131">
                <a:solidFill>
                  <a:schemeClr val="tx2"/>
                </a:solidFill>
              </a:defRPr>
            </a:lvl1pPr>
            <a:lvl2pPr marL="608853" indent="0" algn="ctr">
              <a:buNone/>
              <a:defRPr sz="2663"/>
            </a:lvl2pPr>
            <a:lvl3pPr marL="1217706" indent="0" algn="ctr">
              <a:buNone/>
              <a:defRPr sz="2397"/>
            </a:lvl3pPr>
            <a:lvl4pPr marL="1826560" indent="0" algn="ctr">
              <a:buNone/>
              <a:defRPr sz="2131"/>
            </a:lvl4pPr>
            <a:lvl5pPr marL="2435413" indent="0" algn="ctr">
              <a:buNone/>
              <a:defRPr sz="2131"/>
            </a:lvl5pPr>
            <a:lvl6pPr marL="3044266" indent="0" algn="ctr">
              <a:buNone/>
              <a:defRPr sz="2131"/>
            </a:lvl6pPr>
            <a:lvl7pPr marL="3653119" indent="0" algn="ctr">
              <a:buNone/>
              <a:defRPr sz="2131"/>
            </a:lvl7pPr>
            <a:lvl8pPr marL="4261973" indent="0" algn="ctr">
              <a:buNone/>
              <a:defRPr sz="2131"/>
            </a:lvl8pPr>
            <a:lvl9pPr marL="4870826" indent="0" algn="ctr">
              <a:buNone/>
              <a:defRPr sz="2131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grpSp>
        <p:nvGrpSpPr>
          <p:cNvPr id="13" name="Grafik 6">
            <a:extLst>
              <a:ext uri="{FF2B5EF4-FFF2-40B4-BE49-F238E27FC236}">
                <a16:creationId xmlns:a16="http://schemas.microsoft.com/office/drawing/2014/main" id="{335E6D46-1A90-4F85-971E-BE51B6E275C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97066" y="513162"/>
            <a:ext cx="2038561" cy="777968"/>
            <a:chOff x="695325" y="516229"/>
            <a:chExt cx="2556359" cy="975572"/>
          </a:xfrm>
          <a:solidFill>
            <a:srgbClr val="0072BC"/>
          </a:solidFill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23343E36-3D15-4FBD-82A0-2EF69415466D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F35EBB84-4567-4B99-BCB2-9E4F2E74A659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8D04A692-1B93-4339-9E71-F30AA92C9F93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5237AA0D-D90E-4127-B627-42907D1E6150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76DE86-C438-4E37-A2C2-A3C892D489F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27848" y="1449388"/>
            <a:ext cx="7464152" cy="5095732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923394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zwei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8609EF01-760B-4279-96D2-9AE5DF9E07ED}"/>
              </a:ext>
            </a:extLst>
          </p:cNvPr>
          <p:cNvGrpSpPr/>
          <p:nvPr userDrawn="1"/>
        </p:nvGrpSpPr>
        <p:grpSpPr>
          <a:xfrm>
            <a:off x="-6502" y="6593007"/>
            <a:ext cx="12198503" cy="263834"/>
            <a:chOff x="-4877" y="4950860"/>
            <a:chExt cx="9148877" cy="198120"/>
          </a:xfrm>
        </p:grpSpPr>
        <p:sp>
          <p:nvSpPr>
            <p:cNvPr id="32" name="bk object 18">
              <a:extLst>
                <a:ext uri="{FF2B5EF4-FFF2-40B4-BE49-F238E27FC236}">
                  <a16:creationId xmlns:a16="http://schemas.microsoft.com/office/drawing/2014/main" id="{A4C7AC9B-CEA5-4C57-B178-3624C6812F1D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3" name="bk object 18">
              <a:extLst>
                <a:ext uri="{FF2B5EF4-FFF2-40B4-BE49-F238E27FC236}">
                  <a16:creationId xmlns:a16="http://schemas.microsoft.com/office/drawing/2014/main" id="{D054BE5A-53A6-4A25-B171-207E0A5A15D9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34" name="Holder 3">
              <a:extLst>
                <a:ext uri="{FF2B5EF4-FFF2-40B4-BE49-F238E27FC236}">
                  <a16:creationId xmlns:a16="http://schemas.microsoft.com/office/drawing/2014/main" id="{7E7A0D5B-9864-42E6-BDCD-A3D2A068635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13">
                <a:spcBef>
                  <a:spcPts val="7"/>
                </a:spcBef>
              </a:pPr>
              <a:r>
                <a:rPr lang="de-DE" sz="1332" spc="13" dirty="0"/>
                <a:t>hhu.de</a:t>
              </a:r>
            </a:p>
          </p:txBody>
        </p:sp>
      </p:grp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3B5E04AF-3094-435E-B4CE-19B4DDF270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400" y="5939875"/>
            <a:ext cx="2743200" cy="36512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73AB5F60-3C1F-41DD-B58A-3B7E23CC9D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48" y="5085185"/>
            <a:ext cx="7698208" cy="756084"/>
          </a:xfrm>
        </p:spPr>
        <p:txBody>
          <a:bodyPr lIns="0" tIns="0" rIns="0" bIns="0" anchor="b">
            <a:noAutofit/>
          </a:bodyPr>
          <a:lstStyle>
            <a:lvl1pPr algn="l">
              <a:defRPr sz="4794" b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 bearbeiten</a:t>
            </a:r>
          </a:p>
        </p:txBody>
      </p:sp>
      <p:sp>
        <p:nvSpPr>
          <p:cNvPr id="17" name="Untertitel 2">
            <a:extLst>
              <a:ext uri="{FF2B5EF4-FFF2-40B4-BE49-F238E27FC236}">
                <a16:creationId xmlns:a16="http://schemas.microsoft.com/office/drawing/2014/main" id="{A18DDF52-5273-48AE-8D09-90DA7A10F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2048" y="5937692"/>
            <a:ext cx="7698208" cy="365125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131">
                <a:solidFill>
                  <a:schemeClr val="tx2"/>
                </a:solidFill>
              </a:defRPr>
            </a:lvl1pPr>
            <a:lvl2pPr marL="608853" indent="0" algn="ctr">
              <a:buNone/>
              <a:defRPr sz="2663"/>
            </a:lvl2pPr>
            <a:lvl3pPr marL="1217706" indent="0" algn="ctr">
              <a:buNone/>
              <a:defRPr sz="2397"/>
            </a:lvl3pPr>
            <a:lvl4pPr marL="1826560" indent="0" algn="ctr">
              <a:buNone/>
              <a:defRPr sz="2131"/>
            </a:lvl4pPr>
            <a:lvl5pPr marL="2435413" indent="0" algn="ctr">
              <a:buNone/>
              <a:defRPr sz="2131"/>
            </a:lvl5pPr>
            <a:lvl6pPr marL="3044266" indent="0" algn="ctr">
              <a:buNone/>
              <a:defRPr sz="2131"/>
            </a:lvl6pPr>
            <a:lvl7pPr marL="3653119" indent="0" algn="ctr">
              <a:buNone/>
              <a:defRPr sz="2131"/>
            </a:lvl7pPr>
            <a:lvl8pPr marL="4261973" indent="0" algn="ctr">
              <a:buNone/>
              <a:defRPr sz="2131"/>
            </a:lvl8pPr>
            <a:lvl9pPr marL="4870826" indent="0" algn="ctr">
              <a:buNone/>
              <a:defRPr sz="2131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grpSp>
        <p:nvGrpSpPr>
          <p:cNvPr id="14" name="Grafik 6">
            <a:extLst>
              <a:ext uri="{FF2B5EF4-FFF2-40B4-BE49-F238E27FC236}">
                <a16:creationId xmlns:a16="http://schemas.microsoft.com/office/drawing/2014/main" id="{06DED613-6C95-44B4-934D-915F765D5EC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97066" y="513162"/>
            <a:ext cx="2038561" cy="777968"/>
            <a:chOff x="695325" y="516229"/>
            <a:chExt cx="2556359" cy="975572"/>
          </a:xfrm>
          <a:solidFill>
            <a:srgbClr val="0072BC"/>
          </a:solidFill>
        </p:grpSpPr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ED8DE4AB-9CB4-42A7-9E68-6E2FAB87CDD7}"/>
                </a:ext>
              </a:extLst>
            </p:cNvPr>
            <p:cNvSpPr/>
            <p:nvPr/>
          </p:nvSpPr>
          <p:spPr>
            <a:xfrm>
              <a:off x="2979337" y="1251070"/>
              <a:ext cx="270992" cy="239376"/>
            </a:xfrm>
            <a:custGeom>
              <a:avLst/>
              <a:gdLst>
                <a:gd name="connsiteX0" fmla="*/ 0 w 270992"/>
                <a:gd name="connsiteY0" fmla="*/ 242086 h 239376"/>
                <a:gd name="connsiteX1" fmla="*/ 152659 w 270992"/>
                <a:gd name="connsiteY1" fmla="*/ 242086 h 239376"/>
                <a:gd name="connsiteX2" fmla="*/ 274154 w 270992"/>
                <a:gd name="connsiteY2" fmla="*/ 121043 h 239376"/>
                <a:gd name="connsiteX3" fmla="*/ 152659 w 270992"/>
                <a:gd name="connsiteY3" fmla="*/ 0 h 239376"/>
                <a:gd name="connsiteX4" fmla="*/ 0 w 270992"/>
                <a:gd name="connsiteY4" fmla="*/ 0 h 239376"/>
                <a:gd name="connsiteX5" fmla="*/ 0 w 270992"/>
                <a:gd name="connsiteY5" fmla="*/ 242086 h 239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2AF7295B-8EB5-4B3E-B347-40D564DF2E8A}"/>
                </a:ext>
              </a:extLst>
            </p:cNvPr>
            <p:cNvSpPr/>
            <p:nvPr/>
          </p:nvSpPr>
          <p:spPr>
            <a:xfrm>
              <a:off x="2216494" y="728506"/>
              <a:ext cx="659414" cy="663931"/>
            </a:xfrm>
            <a:custGeom>
              <a:avLst/>
              <a:gdLst>
                <a:gd name="connsiteX0" fmla="*/ 662124 w 659414"/>
                <a:gd name="connsiteY0" fmla="*/ 0 h 663930"/>
                <a:gd name="connsiteX1" fmla="*/ 662124 w 659414"/>
                <a:gd name="connsiteY1" fmla="*/ 331965 h 663930"/>
                <a:gd name="connsiteX2" fmla="*/ 331062 w 659414"/>
                <a:gd name="connsiteY2" fmla="*/ 663931 h 663930"/>
                <a:gd name="connsiteX3" fmla="*/ 0 w 659414"/>
                <a:gd name="connsiteY3" fmla="*/ 331965 h 663930"/>
                <a:gd name="connsiteX4" fmla="*/ 0 w 659414"/>
                <a:gd name="connsiteY4" fmla="*/ 0 h 663930"/>
                <a:gd name="connsiteX5" fmla="*/ 168015 w 659414"/>
                <a:gd name="connsiteY5" fmla="*/ 0 h 663930"/>
                <a:gd name="connsiteX6" fmla="*/ 168015 w 659414"/>
                <a:gd name="connsiteY6" fmla="*/ 317513 h 663930"/>
                <a:gd name="connsiteX7" fmla="*/ 331514 w 659414"/>
                <a:gd name="connsiteY7" fmla="*/ 490496 h 663930"/>
                <a:gd name="connsiteX8" fmla="*/ 495012 w 659414"/>
                <a:gd name="connsiteY8" fmla="*/ 317513 h 663930"/>
                <a:gd name="connsiteX9" fmla="*/ 495012 w 659414"/>
                <a:gd name="connsiteY9" fmla="*/ 0 h 663930"/>
                <a:gd name="connsiteX10" fmla="*/ 662124 w 659414"/>
                <a:gd name="connsiteY10" fmla="*/ 0 h 66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19EB503C-B339-4925-A963-9A41C6D48A86}"/>
                </a:ext>
              </a:extLst>
            </p:cNvPr>
            <p:cNvSpPr/>
            <p:nvPr/>
          </p:nvSpPr>
          <p:spPr>
            <a:xfrm>
              <a:off x="695325" y="516229"/>
              <a:ext cx="659414" cy="858142"/>
            </a:xfrm>
            <a:custGeom>
              <a:avLst/>
              <a:gdLst>
                <a:gd name="connsiteX0" fmla="*/ 168015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8015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458334B5-873D-4772-A5CD-6DB0CA382F6C}"/>
                </a:ext>
              </a:extLst>
            </p:cNvPr>
            <p:cNvSpPr/>
            <p:nvPr/>
          </p:nvSpPr>
          <p:spPr>
            <a:xfrm>
              <a:off x="1458619" y="516229"/>
              <a:ext cx="659414" cy="858142"/>
            </a:xfrm>
            <a:custGeom>
              <a:avLst/>
              <a:gdLst>
                <a:gd name="connsiteX0" fmla="*/ 167563 w 659414"/>
                <a:gd name="connsiteY0" fmla="*/ 859497 h 858142"/>
                <a:gd name="connsiteX1" fmla="*/ 0 w 659414"/>
                <a:gd name="connsiteY1" fmla="*/ 859497 h 858142"/>
                <a:gd name="connsiteX2" fmla="*/ 0 w 659414"/>
                <a:gd name="connsiteY2" fmla="*/ 0 h 858142"/>
                <a:gd name="connsiteX3" fmla="*/ 168015 w 659414"/>
                <a:gd name="connsiteY3" fmla="*/ 0 h 858142"/>
                <a:gd name="connsiteX4" fmla="*/ 168015 w 659414"/>
                <a:gd name="connsiteY4" fmla="*/ 235312 h 858142"/>
                <a:gd name="connsiteX5" fmla="*/ 331514 w 659414"/>
                <a:gd name="connsiteY5" fmla="*/ 195114 h 858142"/>
                <a:gd name="connsiteX6" fmla="*/ 662576 w 659414"/>
                <a:gd name="connsiteY6" fmla="*/ 527080 h 858142"/>
                <a:gd name="connsiteX7" fmla="*/ 662576 w 659414"/>
                <a:gd name="connsiteY7" fmla="*/ 859045 h 858142"/>
                <a:gd name="connsiteX8" fmla="*/ 494561 w 659414"/>
                <a:gd name="connsiteY8" fmla="*/ 859045 h 858142"/>
                <a:gd name="connsiteX9" fmla="*/ 494561 w 659414"/>
                <a:gd name="connsiteY9" fmla="*/ 541533 h 858142"/>
                <a:gd name="connsiteX10" fmla="*/ 331062 w 659414"/>
                <a:gd name="connsiteY10" fmla="*/ 368549 h 858142"/>
                <a:gd name="connsiteX11" fmla="*/ 167563 w 659414"/>
                <a:gd name="connsiteY11" fmla="*/ 541533 h 858142"/>
                <a:gd name="connsiteX12" fmla="*/ 167563 w 659414"/>
                <a:gd name="connsiteY12" fmla="*/ 859497 h 858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rgbClr val="0072BC"/>
            </a:solidFill>
            <a:ln w="45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</p:grp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9443CD-BCA7-46CF-AFA8-330C4634025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1894193"/>
            <a:ext cx="8904312" cy="3190989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B24558D-B62E-4475-9EF0-8C38F6D9AB6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987999" y="1894195"/>
            <a:ext cx="3204000" cy="3190989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823002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2D474F-8BEC-4D91-A03D-D9362EBEA4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Inhaltsverzeichnis (Text bearbeiten)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49AD49C-66AF-4DEA-AFAD-00CFC0FCD9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8A236E8-550F-4D48-A470-B5B6ACB7D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CEECEC85-61F4-4B79-8C27-7F9D489194F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317469" y="1894195"/>
            <a:ext cx="4874531" cy="465092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00A45E48-BE13-4673-A7CD-2D5059A1B6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400" y="1894193"/>
            <a:ext cx="6115051" cy="4650925"/>
          </a:xfrm>
        </p:spPr>
        <p:txBody>
          <a:bodyPr>
            <a:noAutofit/>
          </a:bodyPr>
          <a:lstStyle>
            <a:lvl1pPr marL="393218" indent="-393218">
              <a:spcBef>
                <a:spcPts val="1598"/>
              </a:spcBef>
              <a:buFont typeface="+mj-lt"/>
              <a:buAutoNum type="arabicPeriod"/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79260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2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389A477-57D5-4BE0-806F-7840FB2B8F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400" y="1894193"/>
            <a:ext cx="10795000" cy="4650925"/>
          </a:xfr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0420467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921D334-520E-4FBB-B8A8-6A609B53F9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5400" y="1894193"/>
            <a:ext cx="10801349" cy="4650925"/>
          </a:xfr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01DE3242-4A0A-49BE-B977-923FDF4B3B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326" y="1449389"/>
            <a:ext cx="10801351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947105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Untertitel, gross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3BFE84D2-D951-43C8-81B8-BCF2BCBCC3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5400" y="2058462"/>
            <a:ext cx="10801349" cy="4409922"/>
          </a:xfrm>
        </p:spPr>
        <p:txBody>
          <a:bodyPr>
            <a:noAutofit/>
          </a:bodyPr>
          <a:lstStyle>
            <a:lvl1pPr>
              <a:defRPr sz="2663"/>
            </a:lvl1pPr>
            <a:lvl2pPr>
              <a:defRPr sz="2397"/>
            </a:lvl2pPr>
            <a:lvl3pPr>
              <a:defRPr sz="2131"/>
            </a:lvl3pPr>
            <a:lvl4pPr>
              <a:defRPr sz="2131"/>
            </a:lvl4pPr>
            <a:lvl5pPr>
              <a:defRPr sz="2131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030E0540-8401-4306-9BF6-492F808884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326" y="1449389"/>
            <a:ext cx="10801351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3196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025446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2D15A-E19B-4725-AC01-F52639F0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8FDF4B-5FA2-4BE9-91FF-2874E76F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2C360C-95DE-4762-ABD3-B6787C41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B557236-B6F1-4EF1-92AD-2624537923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400" y="1894193"/>
            <a:ext cx="5255683" cy="4560021"/>
          </a:xfr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D9B5E02-9A16-49B4-9355-BE71C0D665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9933" y="1894195"/>
            <a:ext cx="5257800" cy="456002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584662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>
          <p15:clr>
            <a:srgbClr val="FBAE40"/>
          </p15:clr>
        </p15:guide>
        <p15:guide id="2" pos="2948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2D15A-E19B-4725-AC01-F52639F0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tIns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8FDF4B-5FA2-4BE9-91FF-2874E76F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2C360C-95DE-4762-ABD3-B6787C41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B1E48B2-9056-46C9-8170-057A7DDAE8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5400" y="1894193"/>
            <a:ext cx="5255683" cy="4650925"/>
          </a:xfr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3C9A547D-69C2-4513-9E4D-7F7C15B98C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9934" y="1894195"/>
            <a:ext cx="5249333" cy="46509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D524BA3A-5E5B-4B9E-872F-9D551BF905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5327" y="1449389"/>
            <a:ext cx="5256741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B84DD4AE-7842-411B-B7CF-80BB2ECD2D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40992" y="1449389"/>
            <a:ext cx="5256741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88453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>
          <p15:clr>
            <a:srgbClr val="FBAE40"/>
          </p15:clr>
        </p15:guide>
        <p15:guide id="2" pos="294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n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B86FA-3D14-41C0-ACAC-6E7B70336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BA41F9-75EC-4CB8-BD53-566512502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A52C21-7FA6-4626-B212-C78D0157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0FFFB7A-A86B-49FF-8A42-D51942986D7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96385" y="1894195"/>
            <a:ext cx="10800292" cy="465092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F3492897-1306-4B56-ABBF-BECC42C3FC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326" y="1449389"/>
            <a:ext cx="10801351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25810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4">
          <p15:clr>
            <a:srgbClr val="FBAE40"/>
          </p15:clr>
        </p15:guide>
        <p15:guide id="2" pos="3799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B86FA-3D14-41C0-ACAC-6E7B70336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BA41F9-75EC-4CB8-BD53-566512502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A52C21-7FA6-4626-B212-C78D0157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C0C6EB1C-18E9-44D2-B97A-2055909E56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1218" y="1894195"/>
            <a:ext cx="3454399" cy="46509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0FFFB7A-A86B-49FF-8A42-D51942986D7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96385" y="1894195"/>
            <a:ext cx="7080249" cy="465092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B5EF241F-A27F-4745-A9E0-F1A18E6D553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6" y="1449389"/>
            <a:ext cx="10801351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63623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4">
          <p15:clr>
            <a:srgbClr val="FBAE40"/>
          </p15:clr>
        </p15:guide>
        <p15:guide id="2" pos="3799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1B86FA-3D14-41C0-ACAC-6E7B70336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BA41F9-75EC-4CB8-BD53-566512502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A52C21-7FA6-4626-B212-C78D0157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4ED614B-D2A2-4F44-8C55-EA89904996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5400" y="1894193"/>
            <a:ext cx="3454400" cy="4650925"/>
          </a:xfr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78E908BC-1AEE-469A-8B07-24C581B6328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415367" y="1894195"/>
            <a:ext cx="7080251" cy="465092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smtClean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/>
            </a:lvl5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A6859166-82E3-4ADA-A7AC-E590A723DE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5326" y="1449389"/>
            <a:ext cx="10801351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93597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961">
          <p15:clr>
            <a:srgbClr val="FBAE40"/>
          </p15:clr>
        </p15:guide>
        <p15:guide id="3" pos="2086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2D15A-E19B-4725-AC01-F52639F08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8FDF4B-5FA2-4BE9-91FF-2874E76F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2C360C-95DE-4762-ABD3-B6787C41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0FDB2AAA-C98E-4D27-9188-E7E5DBFF09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6384" y="1894195"/>
            <a:ext cx="5255683" cy="21817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5823B8EE-EC69-45B2-BAC9-1BCA4FBF1E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39934" y="1894195"/>
            <a:ext cx="5255684" cy="21817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640510EC-0518-429F-B934-724E542AEEB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6384" y="4245026"/>
            <a:ext cx="5255683" cy="21817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2C5C7A3E-AD9D-494E-9656-60D17A2D3D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39933" y="4245027"/>
            <a:ext cx="5257800" cy="218170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339527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>
          <p15:clr>
            <a:srgbClr val="FBAE40"/>
          </p15:clr>
        </p15:guide>
        <p15:guide id="2" pos="2948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6BE7D15-C3F6-44ED-81D4-5CA3DF1394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384" y="1894195"/>
            <a:ext cx="5255683" cy="46509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A225A19B-F9D6-496E-93F0-23086F37CD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9933" y="1894195"/>
            <a:ext cx="5257800" cy="4650925"/>
          </a:xfr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6D4CE321-A941-4440-9880-327F96B667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5326" y="1449389"/>
            <a:ext cx="10801351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40953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>
          <p15:clr>
            <a:srgbClr val="FBAE40"/>
          </p15:clr>
        </p15:guide>
        <p15:guide id="2" pos="2948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Kop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A8B718B6-0A12-456A-A2B2-DDCE96D85C32}"/>
              </a:ext>
            </a:extLst>
          </p:cNvPr>
          <p:cNvGrpSpPr/>
          <p:nvPr userDrawn="1"/>
        </p:nvGrpSpPr>
        <p:grpSpPr>
          <a:xfrm>
            <a:off x="-6502" y="6593007"/>
            <a:ext cx="12198503" cy="263834"/>
            <a:chOff x="-4877" y="4950860"/>
            <a:chExt cx="9148877" cy="198120"/>
          </a:xfrm>
        </p:grpSpPr>
        <p:sp>
          <p:nvSpPr>
            <p:cNvPr id="54" name="bk object 18">
              <a:extLst>
                <a:ext uri="{FF2B5EF4-FFF2-40B4-BE49-F238E27FC236}">
                  <a16:creationId xmlns:a16="http://schemas.microsoft.com/office/drawing/2014/main" id="{AA03ADD9-BB66-4FBA-AA38-A477A97E7E8A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5" name="bk object 18">
              <a:extLst>
                <a:ext uri="{FF2B5EF4-FFF2-40B4-BE49-F238E27FC236}">
                  <a16:creationId xmlns:a16="http://schemas.microsoft.com/office/drawing/2014/main" id="{483C21C1-427D-47E5-8D0D-E9E03790F6E3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6" name="Holder 3">
              <a:extLst>
                <a:ext uri="{FF2B5EF4-FFF2-40B4-BE49-F238E27FC236}">
                  <a16:creationId xmlns:a16="http://schemas.microsoft.com/office/drawing/2014/main" id="{E224A6C7-1F26-4748-BB34-5F7E18EFB33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13">
                <a:spcBef>
                  <a:spcPts val="7"/>
                </a:spcBef>
              </a:pPr>
              <a:r>
                <a:rPr lang="de-DE" sz="1332" spc="13" dirty="0"/>
                <a:t>hhu.de</a:t>
              </a:r>
            </a:p>
          </p:txBody>
        </p:sp>
      </p:grpSp>
      <p:grpSp>
        <p:nvGrpSpPr>
          <p:cNvPr id="16" name="Grafik 9">
            <a:extLst>
              <a:ext uri="{FF2B5EF4-FFF2-40B4-BE49-F238E27FC236}">
                <a16:creationId xmlns:a16="http://schemas.microsoft.com/office/drawing/2014/main" id="{FDF40BED-CE41-4F2B-9008-0CAE3088D83B}"/>
              </a:ext>
            </a:extLst>
          </p:cNvPr>
          <p:cNvGrpSpPr/>
          <p:nvPr userDrawn="1"/>
        </p:nvGrpSpPr>
        <p:grpSpPr>
          <a:xfrm>
            <a:off x="10321916" y="525078"/>
            <a:ext cx="1399107" cy="827140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17" name="Grafik 9">
              <a:extLst>
                <a:ext uri="{FF2B5EF4-FFF2-40B4-BE49-F238E27FC236}">
                  <a16:creationId xmlns:a16="http://schemas.microsoft.com/office/drawing/2014/main" id="{0B49B38F-6A41-4759-B72C-5F216A133318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CBFECEB3-E5D0-4A80-BB99-C9B0C0773EAA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205BBD97-9903-40A9-8B6F-28C8A15C6553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601EB764-A17E-450D-B58A-6703C97C9CE9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82DD2E94-DB4B-4BD8-BFDB-FDFAA8C69EA1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832D3428-693C-4D74-94D9-E68B7A16B041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0E083E88-01F2-4468-BC37-D107C47234B4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CE077675-12C0-483D-8266-8C564517BD07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FF4BAE46-A2AC-42A1-814E-CFCC32BEF113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A46A2275-819B-4DE9-965C-8B94B846FB54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1" name="Grafik 9">
              <a:extLst>
                <a:ext uri="{FF2B5EF4-FFF2-40B4-BE49-F238E27FC236}">
                  <a16:creationId xmlns:a16="http://schemas.microsoft.com/office/drawing/2014/main" id="{E34EB2FE-23B4-47AC-B2B7-CDB4683102DA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FD23CBD4-1BEB-423E-8DC2-39059E53AA13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2C65A015-E440-4675-B7F3-555C1D4FBF52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9333A91E-2316-4EF6-B3D9-6EEBD206C840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3" name="Grafik 9">
              <a:extLst>
                <a:ext uri="{FF2B5EF4-FFF2-40B4-BE49-F238E27FC236}">
                  <a16:creationId xmlns:a16="http://schemas.microsoft.com/office/drawing/2014/main" id="{C8616353-1EFD-4898-8A56-A00BAFC56FC0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89797380-64F5-4BE7-99B6-07726B5EFB53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FB09C04D-B801-4043-976F-2CB57892DD7A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0C5D06E4-755E-46B7-B5D7-711E6626EED4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C88A03F6-FACB-4995-B138-81008C66E66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29192B9C-F3FF-4EAF-BBCF-ACEA07ACC4A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7" name="Grafik 9">
              <a:extLst>
                <a:ext uri="{FF2B5EF4-FFF2-40B4-BE49-F238E27FC236}">
                  <a16:creationId xmlns:a16="http://schemas.microsoft.com/office/drawing/2014/main" id="{3BE7F837-4861-4A4D-BD76-15443C5AA3A4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BB1FE5B7-58E9-40E5-A04E-E7CAAE5D0E37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E90E6BEA-4D78-4289-A05B-4F064701D3E5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0" name="Freihandform: Form 29">
                <a:extLst>
                  <a:ext uri="{FF2B5EF4-FFF2-40B4-BE49-F238E27FC236}">
                    <a16:creationId xmlns:a16="http://schemas.microsoft.com/office/drawing/2014/main" id="{174474D8-C33C-4271-85AE-095508EFB8EE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22FEF1E6-C2ED-48D1-B68D-F0300DB16821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</p:grpSp>
      <p:pic>
        <p:nvPicPr>
          <p:cNvPr id="12" name="Grafik 11">
            <a:extLst>
              <a:ext uri="{FF2B5EF4-FFF2-40B4-BE49-F238E27FC236}">
                <a16:creationId xmlns:a16="http://schemas.microsoft.com/office/drawing/2014/main" id="{3B9C8E9F-01A9-4CE0-8030-B76B3BE38D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921" t="8747" b="17591"/>
          <a:stretch>
            <a:fillRect/>
          </a:stretch>
        </p:blipFill>
        <p:spPr>
          <a:xfrm>
            <a:off x="0" y="0"/>
            <a:ext cx="4975944" cy="6545120"/>
          </a:xfrm>
          <a:custGeom>
            <a:avLst/>
            <a:gdLst>
              <a:gd name="connsiteX0" fmla="*/ 0 w 5015880"/>
              <a:gd name="connsiteY0" fmla="*/ 0 h 6597650"/>
              <a:gd name="connsiteX1" fmla="*/ 5015880 w 5015880"/>
              <a:gd name="connsiteY1" fmla="*/ 0 h 6597650"/>
              <a:gd name="connsiteX2" fmla="*/ 5015880 w 5015880"/>
              <a:gd name="connsiteY2" fmla="*/ 6597650 h 6597650"/>
              <a:gd name="connsiteX3" fmla="*/ 0 w 5015880"/>
              <a:gd name="connsiteY3" fmla="*/ 6597650 h 659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A4C0BC30-E626-4EC3-B52E-EC6CECC18B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2068" y="440669"/>
            <a:ext cx="3852421" cy="602352"/>
          </a:xfrm>
        </p:spPr>
        <p:txBody>
          <a:bodyPr/>
          <a:lstStyle/>
          <a:p>
            <a:r>
              <a:rPr lang="de-DE" dirty="0"/>
              <a:t>Titel</a:t>
            </a:r>
          </a:p>
        </p:txBody>
      </p: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F23939B8-98AC-4295-9C3F-D06AC0E2B265}"/>
              </a:ext>
            </a:extLst>
          </p:cNvPr>
          <p:cNvCxnSpPr>
            <a:cxnSpLocks/>
          </p:cNvCxnSpPr>
          <p:nvPr userDrawn="1"/>
        </p:nvCxnSpPr>
        <p:spPr>
          <a:xfrm>
            <a:off x="5952069" y="1298040"/>
            <a:ext cx="3852420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16C751C-C99C-4A88-ADDD-C33FB6EC87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2067" y="1894195"/>
            <a:ext cx="5825067" cy="4650925"/>
          </a:xfr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2" name="Textplatzhalter 9">
            <a:extLst>
              <a:ext uri="{FF2B5EF4-FFF2-40B4-BE49-F238E27FC236}">
                <a16:creationId xmlns:a16="http://schemas.microsoft.com/office/drawing/2014/main" id="{E4C94B29-D663-4D46-BC85-1EE4E8715F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52068" y="1449389"/>
            <a:ext cx="5544609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86800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D03C39F-F4DA-4E33-9C12-0C07D46B74D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67436" y="1894195"/>
            <a:ext cx="6024563" cy="465092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5337AD4-58C4-4CD3-B6EE-0320BEF61A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401" y="1894193"/>
            <a:ext cx="5005916" cy="4650925"/>
          </a:xfr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F7C652DC-A5C6-48EB-A305-6D10BD956A7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5326" y="1449389"/>
            <a:ext cx="5005916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451503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zwei Bilder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1ADE6869-998B-4809-AE43-C38E35BE8AA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67438" y="1894195"/>
            <a:ext cx="2989263" cy="465092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B574367-BB34-447D-A233-6E083CBE551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228138" y="1894193"/>
            <a:ext cx="2963863" cy="465092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7DFAE767-5641-4D3F-9095-84DF276507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6385" y="1894195"/>
            <a:ext cx="5005916" cy="46509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2D8BA4BA-FB64-43C5-A66D-4FDB44EE8E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327" y="1449389"/>
            <a:ext cx="5005916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07164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60">
          <p15:clr>
            <a:srgbClr val="FBAE40"/>
          </p15:clr>
        </p15:guide>
        <p15:guide id="2" pos="4326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7376B4C5-BE86-46E2-BB73-C84DD0D0A2B1}"/>
              </a:ext>
            </a:extLst>
          </p:cNvPr>
          <p:cNvGrpSpPr/>
          <p:nvPr userDrawn="1"/>
        </p:nvGrpSpPr>
        <p:grpSpPr>
          <a:xfrm>
            <a:off x="-6502" y="6593007"/>
            <a:ext cx="12198503" cy="263834"/>
            <a:chOff x="-4877" y="4950860"/>
            <a:chExt cx="9148877" cy="198120"/>
          </a:xfrm>
        </p:grpSpPr>
        <p:sp>
          <p:nvSpPr>
            <p:cNvPr id="55" name="bk object 18">
              <a:extLst>
                <a:ext uri="{FF2B5EF4-FFF2-40B4-BE49-F238E27FC236}">
                  <a16:creationId xmlns:a16="http://schemas.microsoft.com/office/drawing/2014/main" id="{554B3AC1-FDFF-4DC3-9DC6-81F70D7AA0BB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6" name="bk object 18">
              <a:extLst>
                <a:ext uri="{FF2B5EF4-FFF2-40B4-BE49-F238E27FC236}">
                  <a16:creationId xmlns:a16="http://schemas.microsoft.com/office/drawing/2014/main" id="{77DD96AE-1808-4743-8DCB-608D8DC68352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7" name="Holder 3">
              <a:extLst>
                <a:ext uri="{FF2B5EF4-FFF2-40B4-BE49-F238E27FC236}">
                  <a16:creationId xmlns:a16="http://schemas.microsoft.com/office/drawing/2014/main" id="{DA1288D7-3EDD-4960-BA1A-AED8C420D13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13">
                <a:spcBef>
                  <a:spcPts val="7"/>
                </a:spcBef>
              </a:pPr>
              <a:r>
                <a:rPr lang="de-DE" sz="1332" spc="13" dirty="0"/>
                <a:t>hhu.de</a:t>
              </a:r>
            </a:p>
          </p:txBody>
        </p:sp>
      </p:grpSp>
      <p:grpSp>
        <p:nvGrpSpPr>
          <p:cNvPr id="16" name="Grafik 9">
            <a:extLst>
              <a:ext uri="{FF2B5EF4-FFF2-40B4-BE49-F238E27FC236}">
                <a16:creationId xmlns:a16="http://schemas.microsoft.com/office/drawing/2014/main" id="{FDF40BED-CE41-4F2B-9008-0CAE3088D83B}"/>
              </a:ext>
            </a:extLst>
          </p:cNvPr>
          <p:cNvGrpSpPr/>
          <p:nvPr userDrawn="1"/>
        </p:nvGrpSpPr>
        <p:grpSpPr>
          <a:xfrm>
            <a:off x="10321916" y="525078"/>
            <a:ext cx="1399107" cy="827140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17" name="Grafik 9">
              <a:extLst>
                <a:ext uri="{FF2B5EF4-FFF2-40B4-BE49-F238E27FC236}">
                  <a16:creationId xmlns:a16="http://schemas.microsoft.com/office/drawing/2014/main" id="{0B49B38F-6A41-4759-B72C-5F216A133318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CBFECEB3-E5D0-4A80-BB99-C9B0C0773EAA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205BBD97-9903-40A9-8B6F-28C8A15C6553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601EB764-A17E-450D-B58A-6703C97C9CE9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82DD2E94-DB4B-4BD8-BFDB-FDFAA8C69EA1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832D3428-693C-4D74-94D9-E68B7A16B041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0E083E88-01F2-4468-BC37-D107C47234B4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CE077675-12C0-483D-8266-8C564517BD07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FF4BAE46-A2AC-42A1-814E-CFCC32BEF113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A46A2275-819B-4DE9-965C-8B94B846FB54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1" name="Grafik 9">
              <a:extLst>
                <a:ext uri="{FF2B5EF4-FFF2-40B4-BE49-F238E27FC236}">
                  <a16:creationId xmlns:a16="http://schemas.microsoft.com/office/drawing/2014/main" id="{E34EB2FE-23B4-47AC-B2B7-CDB4683102DA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FD23CBD4-1BEB-423E-8DC2-39059E53AA13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2C65A015-E440-4675-B7F3-555C1D4FBF52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9333A91E-2316-4EF6-B3D9-6EEBD206C840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3" name="Grafik 9">
              <a:extLst>
                <a:ext uri="{FF2B5EF4-FFF2-40B4-BE49-F238E27FC236}">
                  <a16:creationId xmlns:a16="http://schemas.microsoft.com/office/drawing/2014/main" id="{C8616353-1EFD-4898-8A56-A00BAFC56FC0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89797380-64F5-4BE7-99B6-07726B5EFB53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FB09C04D-B801-4043-976F-2CB57892DD7A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0C5D06E4-755E-46B7-B5D7-711E6626EED4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C88A03F6-FACB-4995-B138-81008C66E66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29192B9C-F3FF-4EAF-BBCF-ACEA07ACC4A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7" name="Grafik 9">
              <a:extLst>
                <a:ext uri="{FF2B5EF4-FFF2-40B4-BE49-F238E27FC236}">
                  <a16:creationId xmlns:a16="http://schemas.microsoft.com/office/drawing/2014/main" id="{3BE7F837-4861-4A4D-BD76-15443C5AA3A4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BB1FE5B7-58E9-40E5-A04E-E7CAAE5D0E37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E90E6BEA-4D78-4289-A05B-4F064701D3E5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0" name="Freihandform: Form 29">
                <a:extLst>
                  <a:ext uri="{FF2B5EF4-FFF2-40B4-BE49-F238E27FC236}">
                    <a16:creationId xmlns:a16="http://schemas.microsoft.com/office/drawing/2014/main" id="{174474D8-C33C-4271-85AE-095508EFB8EE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22FEF1E6-C2ED-48D1-B68D-F0300DB16821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A4C0BC30-E626-4EC3-B52E-EC6CECC18B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67440" y="440669"/>
            <a:ext cx="3637049" cy="602352"/>
          </a:xfrm>
        </p:spPr>
        <p:txBody>
          <a:bodyPr/>
          <a:lstStyle/>
          <a:p>
            <a:r>
              <a:rPr lang="de-DE" dirty="0"/>
              <a:t>Titel</a:t>
            </a:r>
          </a:p>
        </p:txBody>
      </p: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2A6B4FCA-16D8-4C61-9911-C6EBBA2E9614}"/>
              </a:ext>
            </a:extLst>
          </p:cNvPr>
          <p:cNvCxnSpPr>
            <a:cxnSpLocks/>
          </p:cNvCxnSpPr>
          <p:nvPr userDrawn="1"/>
        </p:nvCxnSpPr>
        <p:spPr>
          <a:xfrm>
            <a:off x="6167968" y="1298040"/>
            <a:ext cx="3636521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973DDC7-C42E-4F39-AF1D-5C1BA1202CB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-8041" y="-2"/>
            <a:ext cx="5703040" cy="654512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8E86CCD-5F3A-4D32-9430-6A5FA2D999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7437" y="1894195"/>
            <a:ext cx="5330296" cy="4644583"/>
          </a:xfr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2" name="Textplatzhalter 9">
            <a:extLst>
              <a:ext uri="{FF2B5EF4-FFF2-40B4-BE49-F238E27FC236}">
                <a16:creationId xmlns:a16="http://schemas.microsoft.com/office/drawing/2014/main" id="{0932BE4D-D3DC-4293-B6F8-AD2578029F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67438" y="1449389"/>
            <a:ext cx="5329239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784228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 + zwei Bilder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CBB2739F-531B-406E-B9AE-7F5955A4C086}"/>
              </a:ext>
            </a:extLst>
          </p:cNvPr>
          <p:cNvGrpSpPr/>
          <p:nvPr userDrawn="1"/>
        </p:nvGrpSpPr>
        <p:grpSpPr>
          <a:xfrm>
            <a:off x="-6502" y="6593007"/>
            <a:ext cx="12198503" cy="263834"/>
            <a:chOff x="-4877" y="4950860"/>
            <a:chExt cx="9148877" cy="198120"/>
          </a:xfrm>
        </p:grpSpPr>
        <p:sp>
          <p:nvSpPr>
            <p:cNvPr id="56" name="bk object 18">
              <a:extLst>
                <a:ext uri="{FF2B5EF4-FFF2-40B4-BE49-F238E27FC236}">
                  <a16:creationId xmlns:a16="http://schemas.microsoft.com/office/drawing/2014/main" id="{10BD749C-F32D-4FA0-8B2F-E4376F4459C1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7" name="bk object 18">
              <a:extLst>
                <a:ext uri="{FF2B5EF4-FFF2-40B4-BE49-F238E27FC236}">
                  <a16:creationId xmlns:a16="http://schemas.microsoft.com/office/drawing/2014/main" id="{75AD1741-5FE5-4A33-9577-F1F4588F6C91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8" name="Holder 3">
              <a:extLst>
                <a:ext uri="{FF2B5EF4-FFF2-40B4-BE49-F238E27FC236}">
                  <a16:creationId xmlns:a16="http://schemas.microsoft.com/office/drawing/2014/main" id="{BF81CE3E-1239-4D0D-8337-4AABB0EB94BE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13">
                <a:spcBef>
                  <a:spcPts val="7"/>
                </a:spcBef>
              </a:pPr>
              <a:r>
                <a:rPr lang="de-DE" sz="1332" spc="13" dirty="0"/>
                <a:t>hhu.de</a:t>
              </a:r>
            </a:p>
          </p:txBody>
        </p:sp>
      </p:grpSp>
      <p:grpSp>
        <p:nvGrpSpPr>
          <p:cNvPr id="16" name="Grafik 9">
            <a:extLst>
              <a:ext uri="{FF2B5EF4-FFF2-40B4-BE49-F238E27FC236}">
                <a16:creationId xmlns:a16="http://schemas.microsoft.com/office/drawing/2014/main" id="{FDF40BED-CE41-4F2B-9008-0CAE3088D83B}"/>
              </a:ext>
            </a:extLst>
          </p:cNvPr>
          <p:cNvGrpSpPr/>
          <p:nvPr userDrawn="1"/>
        </p:nvGrpSpPr>
        <p:grpSpPr>
          <a:xfrm>
            <a:off x="10321916" y="525078"/>
            <a:ext cx="1399107" cy="827140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17" name="Grafik 9">
              <a:extLst>
                <a:ext uri="{FF2B5EF4-FFF2-40B4-BE49-F238E27FC236}">
                  <a16:creationId xmlns:a16="http://schemas.microsoft.com/office/drawing/2014/main" id="{0B49B38F-6A41-4759-B72C-5F216A133318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CBFECEB3-E5D0-4A80-BB99-C9B0C0773EAA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205BBD97-9903-40A9-8B6F-28C8A15C6553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601EB764-A17E-450D-B58A-6703C97C9CE9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82DD2E94-DB4B-4BD8-BFDB-FDFAA8C69EA1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832D3428-693C-4D74-94D9-E68B7A16B041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0E083E88-01F2-4468-BC37-D107C47234B4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CE077675-12C0-483D-8266-8C564517BD07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FF4BAE46-A2AC-42A1-814E-CFCC32BEF113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A46A2275-819B-4DE9-965C-8B94B846FB54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1" name="Grafik 9">
              <a:extLst>
                <a:ext uri="{FF2B5EF4-FFF2-40B4-BE49-F238E27FC236}">
                  <a16:creationId xmlns:a16="http://schemas.microsoft.com/office/drawing/2014/main" id="{E34EB2FE-23B4-47AC-B2B7-CDB4683102DA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FD23CBD4-1BEB-423E-8DC2-39059E53AA13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2C65A015-E440-4675-B7F3-555C1D4FBF52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9333A91E-2316-4EF6-B3D9-6EEBD206C840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3" name="Grafik 9">
              <a:extLst>
                <a:ext uri="{FF2B5EF4-FFF2-40B4-BE49-F238E27FC236}">
                  <a16:creationId xmlns:a16="http://schemas.microsoft.com/office/drawing/2014/main" id="{C8616353-1EFD-4898-8A56-A00BAFC56FC0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89797380-64F5-4BE7-99B6-07726B5EFB53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FB09C04D-B801-4043-976F-2CB57892DD7A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0C5D06E4-755E-46B7-B5D7-711E6626EED4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C88A03F6-FACB-4995-B138-81008C66E66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29192B9C-F3FF-4EAF-BBCF-ACEA07ACC4A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7" name="Grafik 9">
              <a:extLst>
                <a:ext uri="{FF2B5EF4-FFF2-40B4-BE49-F238E27FC236}">
                  <a16:creationId xmlns:a16="http://schemas.microsoft.com/office/drawing/2014/main" id="{3BE7F837-4861-4A4D-BD76-15443C5AA3A4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BB1FE5B7-58E9-40E5-A04E-E7CAAE5D0E37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E90E6BEA-4D78-4289-A05B-4F064701D3E5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0" name="Freihandform: Form 29">
                <a:extLst>
                  <a:ext uri="{FF2B5EF4-FFF2-40B4-BE49-F238E27FC236}">
                    <a16:creationId xmlns:a16="http://schemas.microsoft.com/office/drawing/2014/main" id="{174474D8-C33C-4271-85AE-095508EFB8EE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22FEF1E6-C2ED-48D1-B68D-F0300DB16821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A4C0BC30-E626-4EC3-B52E-EC6CECC18B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67440" y="440669"/>
            <a:ext cx="3637049" cy="602352"/>
          </a:xfrm>
        </p:spPr>
        <p:txBody>
          <a:bodyPr/>
          <a:lstStyle/>
          <a:p>
            <a:r>
              <a:rPr lang="de-DE" dirty="0"/>
              <a:t>Titel</a:t>
            </a:r>
          </a:p>
        </p:txBody>
      </p: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C79038B0-AD42-42B7-8D15-303CEBA1DC4C}"/>
              </a:ext>
            </a:extLst>
          </p:cNvPr>
          <p:cNvCxnSpPr>
            <a:cxnSpLocks/>
          </p:cNvCxnSpPr>
          <p:nvPr userDrawn="1"/>
        </p:nvCxnSpPr>
        <p:spPr>
          <a:xfrm>
            <a:off x="6167968" y="1298040"/>
            <a:ext cx="3636521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9464C44-AFA3-4DC5-AA03-2798F14ED87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" y="1"/>
            <a:ext cx="5701679" cy="3237530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E691ED2-3E52-4E4A-9F7C-C8A1129667C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" y="3321051"/>
            <a:ext cx="5701679" cy="3224069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49" name="Textplatzhalter 6">
            <a:extLst>
              <a:ext uri="{FF2B5EF4-FFF2-40B4-BE49-F238E27FC236}">
                <a16:creationId xmlns:a16="http://schemas.microsoft.com/office/drawing/2014/main" id="{7826728D-0439-4A76-A6FC-AAE7B4BDFA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67437" y="1894195"/>
            <a:ext cx="5333691" cy="4644583"/>
          </a:xfrm>
        </p:spPr>
        <p:txBody>
          <a:bodyPr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2" name="Textplatzhalter 9">
            <a:extLst>
              <a:ext uri="{FF2B5EF4-FFF2-40B4-BE49-F238E27FC236}">
                <a16:creationId xmlns:a16="http://schemas.microsoft.com/office/drawing/2014/main" id="{6CA70A77-A6F0-4164-8C3A-0A11A527FA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62985" y="1449389"/>
            <a:ext cx="5333691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60353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71">
          <p15:clr>
            <a:srgbClr val="FBAE40"/>
          </p15:clr>
        </p15:guide>
        <p15:guide id="2" orient="horz" pos="153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133C81B-6C39-4BD5-9BF9-8617341D801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0" y="1894195"/>
            <a:ext cx="6059488" cy="465092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915B8044-0142-42E8-8428-B098000CEBD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32512" y="1894195"/>
            <a:ext cx="6059488" cy="465092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DCD8515B-3FAA-49D1-9325-FCE6A6E2CA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26" y="1449389"/>
            <a:ext cx="10801351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82612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63">
          <p15:clr>
            <a:srgbClr val="FBAE40"/>
          </p15:clr>
        </p15:guide>
        <p15:guide id="2" pos="289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dr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C021923-B745-4638-A634-E1DA375F90E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" y="1894193"/>
            <a:ext cx="3971927" cy="465092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47556F71-EDA3-472E-9372-CE0F4A69672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043363" y="1894195"/>
            <a:ext cx="4105275" cy="465092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C1ADC803-A245-408E-AB12-EC54C19B5108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220078" y="1894195"/>
            <a:ext cx="3971924" cy="465092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8BF9FAA4-D548-4161-842B-AA7FC87A01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326" y="1449389"/>
            <a:ext cx="10801351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66621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10">
          <p15:clr>
            <a:srgbClr val="FBAE40"/>
          </p15:clr>
        </p15:guide>
        <p15:guide id="3" pos="3850">
          <p15:clr>
            <a:srgbClr val="FBAE40"/>
          </p15:clr>
        </p15:guide>
        <p15:guide id="4" pos="3884">
          <p15:clr>
            <a:srgbClr val="FBAE40"/>
          </p15:clr>
        </p15:guide>
        <p15:guide id="5" pos="1877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chrift + Bild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B91DF-85D8-463B-87B4-AC49FF3D8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F6D937-F931-4295-B1B7-42BB8F3F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1828BE-335D-4B57-A559-B7210FEC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F40F789-6719-4203-8D60-D2478F65170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0" y="1894193"/>
            <a:ext cx="12192000" cy="4650925"/>
          </a:xfrm>
          <a:solidFill>
            <a:schemeClr val="bg2">
              <a:lumMod val="100000"/>
            </a:schemeClr>
          </a:solidFill>
          <a:ln/>
        </p:spPr>
        <p:txBody>
          <a:bodyPr vert="horz" lIns="0" tIns="540000" rIns="0" bIns="0" rtlCol="0" anchor="t">
            <a:noAutofit/>
          </a:bodyPr>
          <a:lstStyle>
            <a:lvl1pPr marL="241004" marR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 lang="de-DE" b="0" dirty="0">
                <a:solidFill>
                  <a:schemeClr val="tx1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241004" marR="0" lvl="0" indent="0" algn="l" defTabSz="1217706" rtl="0" eaLnBrk="1" fontAlgn="auto" latinLnBrk="0" hangingPunct="1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chemeClr val="tx2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de-DE" dirty="0"/>
              <a:t>Inhaltsplatzhalter</a:t>
            </a:r>
          </a:p>
          <a:p>
            <a:pPr marL="241004" lvl="0" indent="0">
              <a:buNone/>
            </a:pPr>
            <a:endParaRPr lang="de-DE" dirty="0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C7107210-3CE2-4AF7-87A5-802B65D926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326" y="1449389"/>
            <a:ext cx="10801351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17101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9">
          <p15:clr>
            <a:srgbClr val="FBAE40"/>
          </p15:clr>
        </p15:guide>
        <p15:guide id="2" orient="horz" pos="2014">
          <p15:clr>
            <a:srgbClr val="FBAE40"/>
          </p15:clr>
        </p15:guide>
        <p15:guide id="3" pos="2863">
          <p15:clr>
            <a:srgbClr val="FBAE40"/>
          </p15:clr>
        </p15:guide>
        <p15:guide id="4" pos="2897">
          <p15:clr>
            <a:srgbClr val="FBAE40"/>
          </p15:clr>
        </p15:guide>
        <p15:guide id="5" pos="1928">
          <p15:clr>
            <a:srgbClr val="FBAE40"/>
          </p15:clr>
        </p15:guide>
        <p15:guide id="6" pos="1894">
          <p15:clr>
            <a:srgbClr val="FBAE40"/>
          </p15:clr>
        </p15:guide>
        <p15:guide id="7" pos="958">
          <p15:clr>
            <a:srgbClr val="FBAE40"/>
          </p15:clr>
        </p15:guide>
        <p15:guide id="8" pos="924">
          <p15:clr>
            <a:srgbClr val="FBAE40"/>
          </p15:clr>
        </p15:guide>
        <p15:guide id="9" pos="4309">
          <p15:clr>
            <a:srgbClr val="FBAE40"/>
          </p15:clr>
        </p15:guide>
        <p15:guide id="10" pos="4343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6BC85E-9658-4D4D-BDC1-B9AA54CC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50C059-9EF2-4BF6-ACD1-CD0A42FA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F95CDF-AED9-4575-BFCF-0B8549EE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0CC4D937-7F2F-4AE2-8EDF-C7E85BCB25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326" y="1449389"/>
            <a:ext cx="10801351" cy="431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90000"/>
              </a:lnSpc>
              <a:buNone/>
              <a:defRPr sz="2397" b="0">
                <a:solidFill>
                  <a:schemeClr val="tx2">
                    <a:lumMod val="10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628333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6BC85E-9658-4D4D-BDC1-B9AA54CC6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50C059-9EF2-4BF6-ACD1-CD0A42FA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F95CDF-AED9-4575-BFCF-0B8549EE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86252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329873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4F2D883D-86A1-4B38-BBBC-81F258AD3664}"/>
              </a:ext>
            </a:extLst>
          </p:cNvPr>
          <p:cNvGrpSpPr/>
          <p:nvPr userDrawn="1"/>
        </p:nvGrpSpPr>
        <p:grpSpPr>
          <a:xfrm>
            <a:off x="-6502" y="6593007"/>
            <a:ext cx="12198503" cy="263834"/>
            <a:chOff x="-4877" y="4950860"/>
            <a:chExt cx="9148877" cy="198120"/>
          </a:xfrm>
        </p:grpSpPr>
        <p:sp>
          <p:nvSpPr>
            <p:cNvPr id="51" name="bk object 18">
              <a:extLst>
                <a:ext uri="{FF2B5EF4-FFF2-40B4-BE49-F238E27FC236}">
                  <a16:creationId xmlns:a16="http://schemas.microsoft.com/office/drawing/2014/main" id="{A0B87E1F-4D99-4450-9167-085B1ECC6BB2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2" name="bk object 18">
              <a:extLst>
                <a:ext uri="{FF2B5EF4-FFF2-40B4-BE49-F238E27FC236}">
                  <a16:creationId xmlns:a16="http://schemas.microsoft.com/office/drawing/2014/main" id="{29147ACE-4C7A-4AC3-A60F-A813EE08D57E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3" name="Holder 3">
              <a:extLst>
                <a:ext uri="{FF2B5EF4-FFF2-40B4-BE49-F238E27FC236}">
                  <a16:creationId xmlns:a16="http://schemas.microsoft.com/office/drawing/2014/main" id="{3187F65C-802F-454B-B4D7-B16EEF26A624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13">
                <a:spcBef>
                  <a:spcPts val="7"/>
                </a:spcBef>
              </a:pPr>
              <a:r>
                <a:rPr lang="de-DE" sz="1332" spc="13" dirty="0"/>
                <a:t>hhu.de</a:t>
              </a:r>
            </a:p>
          </p:txBody>
        </p:sp>
      </p:grpSp>
      <p:grpSp>
        <p:nvGrpSpPr>
          <p:cNvPr id="16" name="Grafik 9">
            <a:extLst>
              <a:ext uri="{FF2B5EF4-FFF2-40B4-BE49-F238E27FC236}">
                <a16:creationId xmlns:a16="http://schemas.microsoft.com/office/drawing/2014/main" id="{FDF40BED-CE41-4F2B-9008-0CAE3088D83B}"/>
              </a:ext>
            </a:extLst>
          </p:cNvPr>
          <p:cNvGrpSpPr/>
          <p:nvPr userDrawn="1"/>
        </p:nvGrpSpPr>
        <p:grpSpPr>
          <a:xfrm>
            <a:off x="10321916" y="525078"/>
            <a:ext cx="1399107" cy="827140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17" name="Grafik 9">
              <a:extLst>
                <a:ext uri="{FF2B5EF4-FFF2-40B4-BE49-F238E27FC236}">
                  <a16:creationId xmlns:a16="http://schemas.microsoft.com/office/drawing/2014/main" id="{0B49B38F-6A41-4759-B72C-5F216A133318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CBFECEB3-E5D0-4A80-BB99-C9B0C0773EAA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205BBD97-9903-40A9-8B6F-28C8A15C6553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601EB764-A17E-450D-B58A-6703C97C9CE9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82DD2E94-DB4B-4BD8-BFDB-FDFAA8C69EA1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832D3428-693C-4D74-94D9-E68B7A16B041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0E083E88-01F2-4468-BC37-D107C47234B4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CE077675-12C0-483D-8266-8C564517BD07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FF4BAE46-A2AC-42A1-814E-CFCC32BEF113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A46A2275-819B-4DE9-965C-8B94B846FB54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1" name="Grafik 9">
              <a:extLst>
                <a:ext uri="{FF2B5EF4-FFF2-40B4-BE49-F238E27FC236}">
                  <a16:creationId xmlns:a16="http://schemas.microsoft.com/office/drawing/2014/main" id="{E34EB2FE-23B4-47AC-B2B7-CDB4683102DA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FD23CBD4-1BEB-423E-8DC2-39059E53AA13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2C65A015-E440-4675-B7F3-555C1D4FBF52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9333A91E-2316-4EF6-B3D9-6EEBD206C840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3" name="Grafik 9">
              <a:extLst>
                <a:ext uri="{FF2B5EF4-FFF2-40B4-BE49-F238E27FC236}">
                  <a16:creationId xmlns:a16="http://schemas.microsoft.com/office/drawing/2014/main" id="{C8616353-1EFD-4898-8A56-A00BAFC56FC0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89797380-64F5-4BE7-99B6-07726B5EFB53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FB09C04D-B801-4043-976F-2CB57892DD7A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0C5D06E4-755E-46B7-B5D7-711E6626EED4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C88A03F6-FACB-4995-B138-81008C66E66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29192B9C-F3FF-4EAF-BBCF-ACEA07ACC4A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7" name="Grafik 9">
              <a:extLst>
                <a:ext uri="{FF2B5EF4-FFF2-40B4-BE49-F238E27FC236}">
                  <a16:creationId xmlns:a16="http://schemas.microsoft.com/office/drawing/2014/main" id="{3BE7F837-4861-4A4D-BD76-15443C5AA3A4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BB1FE5B7-58E9-40E5-A04E-E7CAAE5D0E37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E90E6BEA-4D78-4289-A05B-4F064701D3E5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0" name="Freihandform: Form 29">
                <a:extLst>
                  <a:ext uri="{FF2B5EF4-FFF2-40B4-BE49-F238E27FC236}">
                    <a16:creationId xmlns:a16="http://schemas.microsoft.com/office/drawing/2014/main" id="{174474D8-C33C-4271-85AE-095508EFB8EE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22FEF1E6-C2ED-48D1-B68D-F0300DB16821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B0EFD377-4EA8-4233-8819-69CE7EFB9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3894" y="4041069"/>
            <a:ext cx="6372783" cy="1224135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B9C8E9F-01A9-4CE0-8030-B76B3BE38D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8921" t="8747" b="17591"/>
          <a:stretch>
            <a:fillRect/>
          </a:stretch>
        </p:blipFill>
        <p:spPr>
          <a:xfrm>
            <a:off x="0" y="0"/>
            <a:ext cx="4975944" cy="6545120"/>
          </a:xfrm>
          <a:custGeom>
            <a:avLst/>
            <a:gdLst>
              <a:gd name="connsiteX0" fmla="*/ 0 w 5015880"/>
              <a:gd name="connsiteY0" fmla="*/ 0 h 6597650"/>
              <a:gd name="connsiteX1" fmla="*/ 5015880 w 5015880"/>
              <a:gd name="connsiteY1" fmla="*/ 0 h 6597650"/>
              <a:gd name="connsiteX2" fmla="*/ 5015880 w 5015880"/>
              <a:gd name="connsiteY2" fmla="*/ 6597650 h 6597650"/>
              <a:gd name="connsiteX3" fmla="*/ 0 w 5015880"/>
              <a:gd name="connsiteY3" fmla="*/ 6597650 h 659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</p:spPr>
      </p:pic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80474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C90C208C-E187-483E-A849-994740CF4EB9}"/>
              </a:ext>
            </a:extLst>
          </p:cNvPr>
          <p:cNvGrpSpPr/>
          <p:nvPr userDrawn="1"/>
        </p:nvGrpSpPr>
        <p:grpSpPr>
          <a:xfrm>
            <a:off x="-6502" y="6593007"/>
            <a:ext cx="12198503" cy="263834"/>
            <a:chOff x="-4877" y="4950860"/>
            <a:chExt cx="9148877" cy="198120"/>
          </a:xfrm>
        </p:grpSpPr>
        <p:sp>
          <p:nvSpPr>
            <p:cNvPr id="51" name="bk object 18">
              <a:extLst>
                <a:ext uri="{FF2B5EF4-FFF2-40B4-BE49-F238E27FC236}">
                  <a16:creationId xmlns:a16="http://schemas.microsoft.com/office/drawing/2014/main" id="{EE0396FA-425F-4EDC-9520-B9A44FA9B2CE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2" name="bk object 18">
              <a:extLst>
                <a:ext uri="{FF2B5EF4-FFF2-40B4-BE49-F238E27FC236}">
                  <a16:creationId xmlns:a16="http://schemas.microsoft.com/office/drawing/2014/main" id="{565B0312-1532-4603-9199-E7A9D647D7DD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53" name="Holder 3">
              <a:extLst>
                <a:ext uri="{FF2B5EF4-FFF2-40B4-BE49-F238E27FC236}">
                  <a16:creationId xmlns:a16="http://schemas.microsoft.com/office/drawing/2014/main" id="{64829966-6167-4E75-9B98-6CFBF28F3C7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13">
                <a:spcBef>
                  <a:spcPts val="7"/>
                </a:spcBef>
              </a:pPr>
              <a:r>
                <a:rPr lang="de-DE" sz="1332" spc="13" dirty="0"/>
                <a:t>hhu.de</a:t>
              </a:r>
            </a:p>
          </p:txBody>
        </p:sp>
      </p:grpSp>
      <p:grpSp>
        <p:nvGrpSpPr>
          <p:cNvPr id="16" name="Grafik 9">
            <a:extLst>
              <a:ext uri="{FF2B5EF4-FFF2-40B4-BE49-F238E27FC236}">
                <a16:creationId xmlns:a16="http://schemas.microsoft.com/office/drawing/2014/main" id="{FDF40BED-CE41-4F2B-9008-0CAE3088D83B}"/>
              </a:ext>
            </a:extLst>
          </p:cNvPr>
          <p:cNvGrpSpPr/>
          <p:nvPr userDrawn="1"/>
        </p:nvGrpSpPr>
        <p:grpSpPr>
          <a:xfrm>
            <a:off x="10321916" y="525078"/>
            <a:ext cx="1399107" cy="827140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17" name="Grafik 9">
              <a:extLst>
                <a:ext uri="{FF2B5EF4-FFF2-40B4-BE49-F238E27FC236}">
                  <a16:creationId xmlns:a16="http://schemas.microsoft.com/office/drawing/2014/main" id="{0B49B38F-6A41-4759-B72C-5F216A133318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CBFECEB3-E5D0-4A80-BB99-C9B0C0773EAA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205BBD97-9903-40A9-8B6F-28C8A15C6553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601EB764-A17E-450D-B58A-6703C97C9CE9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82DD2E94-DB4B-4BD8-BFDB-FDFAA8C69EA1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832D3428-693C-4D74-94D9-E68B7A16B041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0E083E88-01F2-4468-BC37-D107C47234B4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CE077675-12C0-483D-8266-8C564517BD07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FF4BAE46-A2AC-42A1-814E-CFCC32BEF113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A46A2275-819B-4DE9-965C-8B94B846FB54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1" name="Grafik 9">
              <a:extLst>
                <a:ext uri="{FF2B5EF4-FFF2-40B4-BE49-F238E27FC236}">
                  <a16:creationId xmlns:a16="http://schemas.microsoft.com/office/drawing/2014/main" id="{E34EB2FE-23B4-47AC-B2B7-CDB4683102DA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FD23CBD4-1BEB-423E-8DC2-39059E53AA13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2C65A015-E440-4675-B7F3-555C1D4FBF52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9333A91E-2316-4EF6-B3D9-6EEBD206C840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3" name="Grafik 9">
              <a:extLst>
                <a:ext uri="{FF2B5EF4-FFF2-40B4-BE49-F238E27FC236}">
                  <a16:creationId xmlns:a16="http://schemas.microsoft.com/office/drawing/2014/main" id="{C8616353-1EFD-4898-8A56-A00BAFC56FC0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89797380-64F5-4BE7-99B6-07726B5EFB53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FB09C04D-B801-4043-976F-2CB57892DD7A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0C5D06E4-755E-46B7-B5D7-711E6626EED4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C88A03F6-FACB-4995-B138-81008C66E66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29192B9C-F3FF-4EAF-BBCF-ACEA07ACC4A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sz="1799"/>
            </a:p>
          </p:txBody>
        </p:sp>
        <p:grpSp>
          <p:nvGrpSpPr>
            <p:cNvPr id="27" name="Grafik 9">
              <a:extLst>
                <a:ext uri="{FF2B5EF4-FFF2-40B4-BE49-F238E27FC236}">
                  <a16:creationId xmlns:a16="http://schemas.microsoft.com/office/drawing/2014/main" id="{3BE7F837-4861-4A4D-BD76-15443C5AA3A4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BB1FE5B7-58E9-40E5-A04E-E7CAAE5D0E37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E90E6BEA-4D78-4289-A05B-4F064701D3E5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0" name="Freihandform: Form 29">
                <a:extLst>
                  <a:ext uri="{FF2B5EF4-FFF2-40B4-BE49-F238E27FC236}">
                    <a16:creationId xmlns:a16="http://schemas.microsoft.com/office/drawing/2014/main" id="{174474D8-C33C-4271-85AE-095508EFB8EE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22FEF1E6-C2ED-48D1-B68D-F0300DB16821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sz="1799"/>
              </a:p>
            </p:txBody>
          </p:sp>
        </p:grpSp>
      </p:grpSp>
      <p:sp>
        <p:nvSpPr>
          <p:cNvPr id="5" name="Titel 1">
            <a:extLst>
              <a:ext uri="{FF2B5EF4-FFF2-40B4-BE49-F238E27FC236}">
                <a16:creationId xmlns:a16="http://schemas.microsoft.com/office/drawing/2014/main" id="{B0EFD377-4EA8-4233-8819-69CE7EFB9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3894" y="4041069"/>
            <a:ext cx="6372783" cy="1224135"/>
          </a:xfrm>
        </p:spPr>
        <p:txBody>
          <a:bodyPr/>
          <a:lstStyle>
            <a:lvl1pPr algn="r"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5327C6-E598-4991-AB22-BE7A8B83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581514-8A34-423E-AF48-23D40C9BA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95BCC-3514-4B1B-9C18-24F3D67EC5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4440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7775E3E-034E-BCE0-4D6C-5A45070EA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3E214B-77DC-90D2-69A5-AB1B58B98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6129D24-0F99-5E6F-C1A1-9FCA0E3E40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48A5FB-AB5A-409A-9767-4C84094C7F73}" type="datetimeFigureOut">
              <a:rPr lang="de-DE" smtClean="0"/>
              <a:t>22.04.2026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CEB76B-E4FC-D98D-BF2B-6B9447F4B6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F539F4-102A-93FE-7E8F-BED7FD4D7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9DC3F0-24D8-4709-85A0-217E5AF0796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883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F2B04C92-175E-41BA-89CE-B2785D9E3855}"/>
              </a:ext>
            </a:extLst>
          </p:cNvPr>
          <p:cNvGrpSpPr/>
          <p:nvPr userDrawn="1"/>
        </p:nvGrpSpPr>
        <p:grpSpPr>
          <a:xfrm>
            <a:off x="-6502" y="6593007"/>
            <a:ext cx="12198503" cy="263834"/>
            <a:chOff x="-4877" y="4950860"/>
            <a:chExt cx="9148877" cy="198120"/>
          </a:xfrm>
        </p:grpSpPr>
        <p:sp>
          <p:nvSpPr>
            <p:cNvPr id="55" name="bk object 18">
              <a:extLst>
                <a:ext uri="{FF2B5EF4-FFF2-40B4-BE49-F238E27FC236}">
                  <a16:creationId xmlns:a16="http://schemas.microsoft.com/office/drawing/2014/main" id="{AFB087C7-FC7D-4892-B0D6-EA804CF535FD}"/>
                </a:ext>
              </a:extLst>
            </p:cNvPr>
            <p:cNvSpPr/>
            <p:nvPr userDrawn="1"/>
          </p:nvSpPr>
          <p:spPr>
            <a:xfrm>
              <a:off x="-4877" y="4950860"/>
              <a:ext cx="484937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8" name="bk object 18">
              <a:extLst>
                <a:ext uri="{FF2B5EF4-FFF2-40B4-BE49-F238E27FC236}">
                  <a16:creationId xmlns:a16="http://schemas.microsoft.com/office/drawing/2014/main" id="{FA50712F-6C72-4330-A489-54C0FA78213C}"/>
                </a:ext>
              </a:extLst>
            </p:cNvPr>
            <p:cNvSpPr/>
            <p:nvPr userDrawn="1"/>
          </p:nvSpPr>
          <p:spPr>
            <a:xfrm>
              <a:off x="522288" y="4950860"/>
              <a:ext cx="8621712" cy="198120"/>
            </a:xfrm>
            <a:custGeom>
              <a:avLst/>
              <a:gdLst/>
              <a:ahLst/>
              <a:cxnLst/>
              <a:rect l="l" t="t" r="r" b="b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rgbClr val="0072BC"/>
            </a:solidFill>
          </p:spPr>
          <p:txBody>
            <a:bodyPr wrap="square" lIns="0" tIns="0" rIns="0" bIns="0" rtlCol="0"/>
            <a:lstStyle/>
            <a:p>
              <a:endParaRPr sz="2397"/>
            </a:p>
          </p:txBody>
        </p:sp>
        <p:sp>
          <p:nvSpPr>
            <p:cNvPr id="49" name="Holder 3">
              <a:extLst>
                <a:ext uri="{FF2B5EF4-FFF2-40B4-BE49-F238E27FC236}">
                  <a16:creationId xmlns:a16="http://schemas.microsoft.com/office/drawing/2014/main" id="{390EDD11-ED96-4F2C-BB78-7CE69D30A03B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194726" y="4966101"/>
              <a:ext cx="449579" cy="167639"/>
            </a:xfrm>
            <a:prstGeom prst="rect">
              <a:avLst/>
            </a:prstGeom>
          </p:spPr>
          <p:txBody>
            <a:bodyPr lIns="0" tIns="0" rIns="0" bIns="0" anchor="ctr"/>
            <a:lstStyle>
              <a:defPPr>
                <a:defRPr lang="de-DE"/>
              </a:defPPr>
              <a:lvl1pPr marL="0" algn="l" defTabSz="686074" rtl="0" eaLnBrk="1" latinLnBrk="0" hangingPunct="1">
                <a:defRPr sz="1000" b="1" i="0" kern="1200">
                  <a:solidFill>
                    <a:schemeClr val="bg1"/>
                  </a:solidFill>
                  <a:latin typeface="Arial"/>
                  <a:ea typeface="+mn-ea"/>
                  <a:cs typeface="Arial"/>
                </a:defRPr>
              </a:lvl1pPr>
              <a:lvl2pPr marL="34303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6074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9111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2149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5186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8223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1260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4297" algn="l" defTabSz="686074" rtl="0" eaLnBrk="1" latinLnBrk="0" hangingPunct="1">
                <a:defRPr sz="135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6913">
                <a:spcBef>
                  <a:spcPts val="7"/>
                </a:spcBef>
              </a:pPr>
              <a:r>
                <a:rPr lang="de-DE" sz="1332" spc="13" dirty="0"/>
                <a:t>hhu.de</a:t>
              </a:r>
            </a:p>
          </p:txBody>
        </p:sp>
      </p:grp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03D4771-8BB8-4FA1-A2DA-170FCFE2056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702125" y="440669"/>
            <a:ext cx="9102363" cy="60235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32F5159-1DFE-4F9C-BE85-E97D32EA19C5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695400" y="1894194"/>
            <a:ext cx="10801275" cy="4558992"/>
          </a:xfrm>
          <a:prstGeom prst="rect">
            <a:avLst/>
          </a:prstGeom>
        </p:spPr>
        <p:txBody>
          <a:bodyPr vert="horz" lIns="0" tIns="7200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64DE2C-9DE8-411C-83C3-1274BB370203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47328" y="6625926"/>
            <a:ext cx="449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199" b="1">
                <a:solidFill>
                  <a:schemeClr val="bg1"/>
                </a:solidFill>
              </a:defRPr>
            </a:lvl1pPr>
          </a:lstStyle>
          <a:p>
            <a:fld id="{9D195BCC-3514-4B1B-9C18-24F3D67EC54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C549DC-12B4-40A5-A309-CF801E18C8D4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838200" y="6625926"/>
            <a:ext cx="9506272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99"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E9F45371-9B7D-4505-A4D1-3E02BE436A0C}"/>
              </a:ext>
            </a:extLst>
          </p:cNvPr>
          <p:cNvCxnSpPr>
            <a:cxnSpLocks/>
          </p:cNvCxnSpPr>
          <p:nvPr userDrawn="1"/>
        </p:nvCxnSpPr>
        <p:spPr>
          <a:xfrm>
            <a:off x="695402" y="1298040"/>
            <a:ext cx="9109087" cy="0"/>
          </a:xfrm>
          <a:prstGeom prst="line">
            <a:avLst/>
          </a:prstGeom>
          <a:ln w="19050">
            <a:solidFill>
              <a:srgbClr val="CCDD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afik 9">
            <a:extLst>
              <a:ext uri="{FF2B5EF4-FFF2-40B4-BE49-F238E27FC236}">
                <a16:creationId xmlns:a16="http://schemas.microsoft.com/office/drawing/2014/main" id="{A240364D-AE4D-440E-88A8-B05FF302FB9D}"/>
              </a:ext>
            </a:extLst>
          </p:cNvPr>
          <p:cNvGrpSpPr/>
          <p:nvPr userDrawn="1"/>
        </p:nvGrpSpPr>
        <p:grpSpPr>
          <a:xfrm>
            <a:off x="10321916" y="525078"/>
            <a:ext cx="1399107" cy="827140"/>
            <a:chOff x="10321916" y="525077"/>
            <a:chExt cx="1399106" cy="827140"/>
          </a:xfrm>
          <a:solidFill>
            <a:schemeClr val="accent1"/>
          </a:solidFill>
        </p:grpSpPr>
        <p:grpSp>
          <p:nvGrpSpPr>
            <p:cNvPr id="20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321916" y="525077"/>
              <a:ext cx="1179212" cy="575107"/>
              <a:chOff x="10321916" y="525077"/>
              <a:chExt cx="1179212" cy="575107"/>
            </a:xfrm>
            <a:solidFill>
              <a:schemeClr val="accent1"/>
            </a:solidFill>
          </p:grpSpPr>
          <p:sp>
            <p:nvSpPr>
              <p:cNvPr id="21" name="Freihandform: Form 20">
                <a:extLst>
                  <a:ext uri="{FF2B5EF4-FFF2-40B4-BE49-F238E27FC236}">
                    <a16:creationId xmlns:a16="http://schemas.microsoft.com/office/drawing/2014/main" id="{C5CA81CC-0A8C-4F0A-898F-756081956301}"/>
                  </a:ext>
                </a:extLst>
              </p:cNvPr>
              <p:cNvSpPr/>
              <p:nvPr/>
            </p:nvSpPr>
            <p:spPr>
              <a:xfrm>
                <a:off x="11143981" y="639857"/>
                <a:ext cx="357630" cy="357630"/>
              </a:xfrm>
              <a:custGeom>
                <a:avLst/>
                <a:gdLst>
                  <a:gd name="connsiteX0" fmla="*/ 358113 w 357629"/>
                  <a:gd name="connsiteY0" fmla="*/ 0 h 357629"/>
                  <a:gd name="connsiteX1" fmla="*/ 358113 w 357629"/>
                  <a:gd name="connsiteY1" fmla="*/ 179540 h 357629"/>
                  <a:gd name="connsiteX2" fmla="*/ 179057 w 357629"/>
                  <a:gd name="connsiteY2" fmla="*/ 359080 h 357629"/>
                  <a:gd name="connsiteX3" fmla="*/ 0 w 357629"/>
                  <a:gd name="connsiteY3" fmla="*/ 179540 h 357629"/>
                  <a:gd name="connsiteX4" fmla="*/ 0 w 357629"/>
                  <a:gd name="connsiteY4" fmla="*/ 0 h 357629"/>
                  <a:gd name="connsiteX5" fmla="*/ 90857 w 357629"/>
                  <a:gd name="connsiteY5" fmla="*/ 0 h 357629"/>
                  <a:gd name="connsiteX6" fmla="*/ 90857 w 357629"/>
                  <a:gd name="connsiteY6" fmla="*/ 171807 h 357629"/>
                  <a:gd name="connsiteX7" fmla="*/ 179057 w 357629"/>
                  <a:gd name="connsiteY7" fmla="*/ 265323 h 357629"/>
                  <a:gd name="connsiteX8" fmla="*/ 267256 w 357629"/>
                  <a:gd name="connsiteY8" fmla="*/ 171807 h 357629"/>
                  <a:gd name="connsiteX9" fmla="*/ 267256 w 357629"/>
                  <a:gd name="connsiteY9" fmla="*/ 0 h 357629"/>
                  <a:gd name="connsiteX10" fmla="*/ 358113 w 357629"/>
                  <a:gd name="connsiteY10" fmla="*/ 0 h 35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799"/>
              </a:p>
            </p:txBody>
          </p:sp>
          <p:sp>
            <p:nvSpPr>
              <p:cNvPr id="22" name="Freihandform: Form 21">
                <a:extLst>
                  <a:ext uri="{FF2B5EF4-FFF2-40B4-BE49-F238E27FC236}">
                    <a16:creationId xmlns:a16="http://schemas.microsoft.com/office/drawing/2014/main" id="{1076D363-C034-4E14-9F45-AC0FCE1EDB18}"/>
                  </a:ext>
                </a:extLst>
              </p:cNvPr>
              <p:cNvSpPr/>
              <p:nvPr/>
            </p:nvSpPr>
            <p:spPr>
              <a:xfrm>
                <a:off x="10321916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799"/>
              </a:p>
            </p:txBody>
          </p:sp>
          <p:sp>
            <p:nvSpPr>
              <p:cNvPr id="23" name="Freihandform: Form 22">
                <a:extLst>
                  <a:ext uri="{FF2B5EF4-FFF2-40B4-BE49-F238E27FC236}">
                    <a16:creationId xmlns:a16="http://schemas.microsoft.com/office/drawing/2014/main" id="{594D7886-9B36-4085-8FC4-E5D73FFB04FF}"/>
                  </a:ext>
                </a:extLst>
              </p:cNvPr>
              <p:cNvSpPr/>
              <p:nvPr/>
            </p:nvSpPr>
            <p:spPr>
              <a:xfrm>
                <a:off x="10734399" y="525077"/>
                <a:ext cx="357630" cy="463952"/>
              </a:xfrm>
              <a:custGeom>
                <a:avLst/>
                <a:gdLst>
                  <a:gd name="connsiteX0" fmla="*/ 90857 w 357629"/>
                  <a:gd name="connsiteY0" fmla="*/ 464435 h 463952"/>
                  <a:gd name="connsiteX1" fmla="*/ 0 w 357629"/>
                  <a:gd name="connsiteY1" fmla="*/ 464435 h 463952"/>
                  <a:gd name="connsiteX2" fmla="*/ 0 w 357629"/>
                  <a:gd name="connsiteY2" fmla="*/ 0 h 463952"/>
                  <a:gd name="connsiteX3" fmla="*/ 90857 w 357629"/>
                  <a:gd name="connsiteY3" fmla="*/ 0 h 463952"/>
                  <a:gd name="connsiteX4" fmla="*/ 90857 w 357629"/>
                  <a:gd name="connsiteY4" fmla="*/ 127345 h 463952"/>
                  <a:gd name="connsiteX5" fmla="*/ 179298 w 357629"/>
                  <a:gd name="connsiteY5" fmla="*/ 105597 h 463952"/>
                  <a:gd name="connsiteX6" fmla="*/ 358355 w 357629"/>
                  <a:gd name="connsiteY6" fmla="*/ 285137 h 463952"/>
                  <a:gd name="connsiteX7" fmla="*/ 358355 w 357629"/>
                  <a:gd name="connsiteY7" fmla="*/ 464677 h 463952"/>
                  <a:gd name="connsiteX8" fmla="*/ 267497 w 357629"/>
                  <a:gd name="connsiteY8" fmla="*/ 464677 h 463952"/>
                  <a:gd name="connsiteX9" fmla="*/ 267497 w 357629"/>
                  <a:gd name="connsiteY9" fmla="*/ 292870 h 463952"/>
                  <a:gd name="connsiteX10" fmla="*/ 179298 w 357629"/>
                  <a:gd name="connsiteY10" fmla="*/ 199354 h 463952"/>
                  <a:gd name="connsiteX11" fmla="*/ 91099 w 357629"/>
                  <a:gd name="connsiteY11" fmla="*/ 292870 h 463952"/>
                  <a:gd name="connsiteX12" fmla="*/ 91099 w 357629"/>
                  <a:gd name="connsiteY12" fmla="*/ 464435 h 46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799"/>
              </a:p>
            </p:txBody>
          </p:sp>
          <p:sp>
            <p:nvSpPr>
              <p:cNvPr id="24" name="Freihandform: Form 23">
                <a:extLst>
                  <a:ext uri="{FF2B5EF4-FFF2-40B4-BE49-F238E27FC236}">
                    <a16:creationId xmlns:a16="http://schemas.microsoft.com/office/drawing/2014/main" id="{34A71752-C6CB-41A1-9ED4-535445E5CA2A}"/>
                  </a:ext>
                </a:extLst>
              </p:cNvPr>
              <p:cNvSpPr/>
              <p:nvPr/>
            </p:nvSpPr>
            <p:spPr>
              <a:xfrm>
                <a:off x="104640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799"/>
              </a:p>
            </p:txBody>
          </p:sp>
          <p:sp>
            <p:nvSpPr>
              <p:cNvPr id="25" name="Freihandform: Form 24">
                <a:extLst>
                  <a:ext uri="{FF2B5EF4-FFF2-40B4-BE49-F238E27FC236}">
                    <a16:creationId xmlns:a16="http://schemas.microsoft.com/office/drawing/2014/main" id="{0B449204-D2C5-46C7-9446-78CB3AE33C0F}"/>
                  </a:ext>
                </a:extLst>
              </p:cNvPr>
              <p:cNvSpPr/>
              <p:nvPr/>
            </p:nvSpPr>
            <p:spPr>
              <a:xfrm>
                <a:off x="10610678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799"/>
              </a:p>
            </p:txBody>
          </p:sp>
          <p:sp>
            <p:nvSpPr>
              <p:cNvPr id="26" name="Freihandform: Form 25">
                <a:extLst>
                  <a:ext uri="{FF2B5EF4-FFF2-40B4-BE49-F238E27FC236}">
                    <a16:creationId xmlns:a16="http://schemas.microsoft.com/office/drawing/2014/main" id="{836500CA-7AFD-48CA-B6D3-0D77161C68BC}"/>
                  </a:ext>
                </a:extLst>
              </p:cNvPr>
              <p:cNvSpPr/>
              <p:nvPr/>
            </p:nvSpPr>
            <p:spPr>
              <a:xfrm>
                <a:off x="10949701" y="1088585"/>
                <a:ext cx="12082" cy="12082"/>
              </a:xfrm>
              <a:custGeom>
                <a:avLst/>
                <a:gdLst>
                  <a:gd name="connsiteX0" fmla="*/ 10874 w 12082"/>
                  <a:gd name="connsiteY0" fmla="*/ 1933 h 12082"/>
                  <a:gd name="connsiteX1" fmla="*/ 6524 w 12082"/>
                  <a:gd name="connsiteY1" fmla="*/ 0 h 12082"/>
                  <a:gd name="connsiteX2" fmla="*/ 1933 w 12082"/>
                  <a:gd name="connsiteY2" fmla="*/ 1933 h 12082"/>
                  <a:gd name="connsiteX3" fmla="*/ 0 w 12082"/>
                  <a:gd name="connsiteY3" fmla="*/ 6283 h 12082"/>
                  <a:gd name="connsiteX4" fmla="*/ 1933 w 12082"/>
                  <a:gd name="connsiteY4" fmla="*/ 10632 h 12082"/>
                  <a:gd name="connsiteX5" fmla="*/ 6524 w 12082"/>
                  <a:gd name="connsiteY5" fmla="*/ 12565 h 12082"/>
                  <a:gd name="connsiteX6" fmla="*/ 10874 w 12082"/>
                  <a:gd name="connsiteY6" fmla="*/ 10632 h 12082"/>
                  <a:gd name="connsiteX7" fmla="*/ 12807 w 12082"/>
                  <a:gd name="connsiteY7" fmla="*/ 6283 h 12082"/>
                  <a:gd name="connsiteX8" fmla="*/ 10874 w 12082"/>
                  <a:gd name="connsiteY8" fmla="*/ 1933 h 12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799"/>
              </a:p>
            </p:txBody>
          </p:sp>
        </p:grp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17016B36-B092-4AFD-B601-383B7784BFBF}"/>
                </a:ext>
              </a:extLst>
            </p:cNvPr>
            <p:cNvSpPr/>
            <p:nvPr/>
          </p:nvSpPr>
          <p:spPr>
            <a:xfrm>
              <a:off x="10322158" y="1089069"/>
              <a:ext cx="57994" cy="77325"/>
            </a:xfrm>
            <a:custGeom>
              <a:avLst/>
              <a:gdLst>
                <a:gd name="connsiteX0" fmla="*/ 49053 w 57994"/>
                <a:gd name="connsiteY0" fmla="*/ 0 h 77325"/>
                <a:gd name="connsiteX1" fmla="*/ 49053 w 57994"/>
                <a:gd name="connsiteY1" fmla="*/ 34071 h 77325"/>
                <a:gd name="connsiteX2" fmla="*/ 10149 w 57994"/>
                <a:gd name="connsiteY2" fmla="*/ 34071 h 77325"/>
                <a:gd name="connsiteX3" fmla="*/ 10149 w 57994"/>
                <a:gd name="connsiteY3" fmla="*/ 0 h 77325"/>
                <a:gd name="connsiteX4" fmla="*/ 0 w 57994"/>
                <a:gd name="connsiteY4" fmla="*/ 0 h 77325"/>
                <a:gd name="connsiteX5" fmla="*/ 0 w 57994"/>
                <a:gd name="connsiteY5" fmla="*/ 78292 h 77325"/>
                <a:gd name="connsiteX6" fmla="*/ 10149 w 57994"/>
                <a:gd name="connsiteY6" fmla="*/ 78292 h 77325"/>
                <a:gd name="connsiteX7" fmla="*/ 10149 w 57994"/>
                <a:gd name="connsiteY7" fmla="*/ 40837 h 77325"/>
                <a:gd name="connsiteX8" fmla="*/ 49053 w 57994"/>
                <a:gd name="connsiteY8" fmla="*/ 40837 h 77325"/>
                <a:gd name="connsiteX9" fmla="*/ 49053 w 57994"/>
                <a:gd name="connsiteY9" fmla="*/ 78292 h 77325"/>
                <a:gd name="connsiteX10" fmla="*/ 58961 w 57994"/>
                <a:gd name="connsiteY10" fmla="*/ 78292 h 77325"/>
                <a:gd name="connsiteX11" fmla="*/ 58961 w 57994"/>
                <a:gd name="connsiteY11" fmla="*/ 0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799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D1A46A87-4807-4767-B647-E3EC036BC92A}"/>
                </a:ext>
              </a:extLst>
            </p:cNvPr>
            <p:cNvSpPr/>
            <p:nvPr/>
          </p:nvSpPr>
          <p:spPr>
            <a:xfrm>
              <a:off x="10399483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6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799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59FDC7EA-9A66-40BA-AEEF-50B9422FB283}"/>
                </a:ext>
              </a:extLst>
            </p:cNvPr>
            <p:cNvSpPr/>
            <p:nvPr/>
          </p:nvSpPr>
          <p:spPr>
            <a:xfrm>
              <a:off x="104654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799"/>
            </a:p>
          </p:txBody>
        </p:sp>
        <p:grpSp>
          <p:nvGrpSpPr>
            <p:cNvPr id="30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496140" y="1110575"/>
              <a:ext cx="101490" cy="55578"/>
              <a:chOff x="10496140" y="1110575"/>
              <a:chExt cx="101490" cy="55578"/>
            </a:xfrm>
            <a:solidFill>
              <a:srgbClr val="000000"/>
            </a:solidFill>
          </p:grpSpPr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EDC61321-1CDD-47FE-82F4-EC44AE05670E}"/>
                  </a:ext>
                </a:extLst>
              </p:cNvPr>
              <p:cNvSpPr/>
              <p:nvPr/>
            </p:nvSpPr>
            <p:spPr>
              <a:xfrm>
                <a:off x="104961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799"/>
              </a:p>
            </p:txBody>
          </p:sp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88F89A53-4AB3-4A93-B3CB-37874A98D1FD}"/>
                  </a:ext>
                </a:extLst>
              </p:cNvPr>
              <p:cNvSpPr/>
              <p:nvPr/>
            </p:nvSpPr>
            <p:spPr>
              <a:xfrm>
                <a:off x="10562833" y="1110816"/>
                <a:ext cx="33830" cy="55578"/>
              </a:xfrm>
              <a:custGeom>
                <a:avLst/>
                <a:gdLst>
                  <a:gd name="connsiteX0" fmla="*/ 1208 w 33829"/>
                  <a:gd name="connsiteY0" fmla="*/ 56544 h 55577"/>
                  <a:gd name="connsiteX1" fmla="*/ 10632 w 33829"/>
                  <a:gd name="connsiteY1" fmla="*/ 56544 h 55577"/>
                  <a:gd name="connsiteX2" fmla="*/ 10632 w 33829"/>
                  <a:gd name="connsiteY2" fmla="*/ 29964 h 55577"/>
                  <a:gd name="connsiteX3" fmla="*/ 10874 w 33829"/>
                  <a:gd name="connsiteY3" fmla="*/ 24406 h 55577"/>
                  <a:gd name="connsiteX4" fmla="*/ 11599 w 33829"/>
                  <a:gd name="connsiteY4" fmla="*/ 19090 h 55577"/>
                  <a:gd name="connsiteX5" fmla="*/ 15707 w 33829"/>
                  <a:gd name="connsiteY5" fmla="*/ 10391 h 55577"/>
                  <a:gd name="connsiteX6" fmla="*/ 21748 w 33829"/>
                  <a:gd name="connsiteY6" fmla="*/ 7008 h 55577"/>
                  <a:gd name="connsiteX7" fmla="*/ 27789 w 33829"/>
                  <a:gd name="connsiteY7" fmla="*/ 13049 h 55577"/>
                  <a:gd name="connsiteX8" fmla="*/ 36005 w 33829"/>
                  <a:gd name="connsiteY8" fmla="*/ 10149 h 55577"/>
                  <a:gd name="connsiteX9" fmla="*/ 34796 w 33829"/>
                  <a:gd name="connsiteY9" fmla="*/ 5316 h 55577"/>
                  <a:gd name="connsiteX10" fmla="*/ 32380 w 33829"/>
                  <a:gd name="connsiteY10" fmla="*/ 2175 h 55577"/>
                  <a:gd name="connsiteX11" fmla="*/ 28997 w 33829"/>
                  <a:gd name="connsiteY11" fmla="*/ 483 h 55577"/>
                  <a:gd name="connsiteX12" fmla="*/ 25614 w 33829"/>
                  <a:gd name="connsiteY12" fmla="*/ 0 h 55577"/>
                  <a:gd name="connsiteX13" fmla="*/ 16915 w 33829"/>
                  <a:gd name="connsiteY13" fmla="*/ 2658 h 55577"/>
                  <a:gd name="connsiteX14" fmla="*/ 10632 w 33829"/>
                  <a:gd name="connsiteY14" fmla="*/ 10149 h 55577"/>
                  <a:gd name="connsiteX15" fmla="*/ 9424 w 33829"/>
                  <a:gd name="connsiteY15" fmla="*/ 483 h 55577"/>
                  <a:gd name="connsiteX16" fmla="*/ 0 w 33829"/>
                  <a:gd name="connsiteY16" fmla="*/ 1450 h 55577"/>
                  <a:gd name="connsiteX17" fmla="*/ 242 w 33829"/>
                  <a:gd name="connsiteY17" fmla="*/ 3625 h 55577"/>
                  <a:gd name="connsiteX18" fmla="*/ 725 w 33829"/>
                  <a:gd name="connsiteY18" fmla="*/ 7249 h 55577"/>
                  <a:gd name="connsiteX19" fmla="*/ 967 w 33829"/>
                  <a:gd name="connsiteY19" fmla="*/ 11357 h 55577"/>
                  <a:gd name="connsiteX20" fmla="*/ 1208 w 33829"/>
                  <a:gd name="connsiteY20" fmla="*/ 15465 h 55577"/>
                  <a:gd name="connsiteX21" fmla="*/ 1208 w 33829"/>
                  <a:gd name="connsiteY21" fmla="*/ 56544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799"/>
              </a:p>
            </p:txBody>
          </p:sp>
        </p:grpSp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58E0EDC8-E74F-4551-8BD2-939CC38E7C32}"/>
                </a:ext>
              </a:extLst>
            </p:cNvPr>
            <p:cNvSpPr/>
            <p:nvPr/>
          </p:nvSpPr>
          <p:spPr>
            <a:xfrm>
              <a:off x="10612128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799"/>
            </a:p>
          </p:txBody>
        </p:sp>
        <p:grpSp>
          <p:nvGrpSpPr>
            <p:cNvPr id="34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639675" y="1081336"/>
              <a:ext cx="106322" cy="86991"/>
              <a:chOff x="10639675" y="1081336"/>
              <a:chExt cx="106322" cy="86991"/>
            </a:xfrm>
            <a:solidFill>
              <a:srgbClr val="000000"/>
            </a:solidFill>
          </p:grpSpPr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9D8C1F22-3E98-4749-B684-AA127651774A}"/>
                  </a:ext>
                </a:extLst>
              </p:cNvPr>
              <p:cNvSpPr/>
              <p:nvPr/>
            </p:nvSpPr>
            <p:spPr>
              <a:xfrm>
                <a:off x="10639675" y="1110575"/>
                <a:ext cx="45912" cy="57994"/>
              </a:xfrm>
              <a:custGeom>
                <a:avLst/>
                <a:gdLst>
                  <a:gd name="connsiteX0" fmla="*/ 41804 w 45911"/>
                  <a:gd name="connsiteY0" fmla="*/ 44462 h 57994"/>
                  <a:gd name="connsiteX1" fmla="*/ 33830 w 45911"/>
                  <a:gd name="connsiteY1" fmla="*/ 50261 h 57994"/>
                  <a:gd name="connsiteX2" fmla="*/ 26581 w 45911"/>
                  <a:gd name="connsiteY2" fmla="*/ 51711 h 57994"/>
                  <a:gd name="connsiteX3" fmla="*/ 18848 w 45911"/>
                  <a:gd name="connsiteY3" fmla="*/ 50020 h 57994"/>
                  <a:gd name="connsiteX4" fmla="*/ 13774 w 45911"/>
                  <a:gd name="connsiteY4" fmla="*/ 45187 h 57994"/>
                  <a:gd name="connsiteX5" fmla="*/ 11116 w 45911"/>
                  <a:gd name="connsiteY5" fmla="*/ 38179 h 57994"/>
                  <a:gd name="connsiteX6" fmla="*/ 10391 w 45911"/>
                  <a:gd name="connsiteY6" fmla="*/ 30205 h 57994"/>
                  <a:gd name="connsiteX7" fmla="*/ 11357 w 45911"/>
                  <a:gd name="connsiteY7" fmla="*/ 21748 h 57994"/>
                  <a:gd name="connsiteX8" fmla="*/ 14257 w 45911"/>
                  <a:gd name="connsiteY8" fmla="*/ 14015 h 57994"/>
                  <a:gd name="connsiteX9" fmla="*/ 19331 w 45911"/>
                  <a:gd name="connsiteY9" fmla="*/ 8457 h 57994"/>
                  <a:gd name="connsiteX10" fmla="*/ 26822 w 45911"/>
                  <a:gd name="connsiteY10" fmla="*/ 6283 h 57994"/>
                  <a:gd name="connsiteX11" fmla="*/ 34555 w 45911"/>
                  <a:gd name="connsiteY11" fmla="*/ 7733 h 57994"/>
                  <a:gd name="connsiteX12" fmla="*/ 39629 w 45911"/>
                  <a:gd name="connsiteY12" fmla="*/ 11599 h 57994"/>
                  <a:gd name="connsiteX13" fmla="*/ 44462 w 45911"/>
                  <a:gd name="connsiteY13" fmla="*/ 4350 h 57994"/>
                  <a:gd name="connsiteX14" fmla="*/ 36488 w 45911"/>
                  <a:gd name="connsiteY14" fmla="*/ 967 h 57994"/>
                  <a:gd name="connsiteX15" fmla="*/ 28030 w 45911"/>
                  <a:gd name="connsiteY15" fmla="*/ 0 h 57994"/>
                  <a:gd name="connsiteX16" fmla="*/ 16432 w 45911"/>
                  <a:gd name="connsiteY16" fmla="*/ 2175 h 57994"/>
                  <a:gd name="connsiteX17" fmla="*/ 7491 w 45911"/>
                  <a:gd name="connsiteY17" fmla="*/ 8216 h 57994"/>
                  <a:gd name="connsiteX18" fmla="*/ 1933 w 45911"/>
                  <a:gd name="connsiteY18" fmla="*/ 17640 h 57994"/>
                  <a:gd name="connsiteX19" fmla="*/ 0 w 45911"/>
                  <a:gd name="connsiteY19" fmla="*/ 29722 h 57994"/>
                  <a:gd name="connsiteX20" fmla="*/ 7008 w 45911"/>
                  <a:gd name="connsiteY20" fmla="*/ 50986 h 57994"/>
                  <a:gd name="connsiteX21" fmla="*/ 26581 w 45911"/>
                  <a:gd name="connsiteY21" fmla="*/ 58236 h 57994"/>
                  <a:gd name="connsiteX22" fmla="*/ 31172 w 45911"/>
                  <a:gd name="connsiteY22" fmla="*/ 57752 h 57994"/>
                  <a:gd name="connsiteX23" fmla="*/ 36246 w 45911"/>
                  <a:gd name="connsiteY23" fmla="*/ 56303 h 57994"/>
                  <a:gd name="connsiteX24" fmla="*/ 41321 w 45911"/>
                  <a:gd name="connsiteY24" fmla="*/ 53403 h 57994"/>
                  <a:gd name="connsiteX25" fmla="*/ 46154 w 45911"/>
                  <a:gd name="connsiteY25" fmla="*/ 48328 h 57994"/>
                  <a:gd name="connsiteX26" fmla="*/ 41804 w 45911"/>
                  <a:gd name="connsiteY26" fmla="*/ 44462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799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1C3B0773-417D-4813-BD67-9BC2D01A3929}"/>
                  </a:ext>
                </a:extLst>
              </p:cNvPr>
              <p:cNvSpPr/>
              <p:nvPr/>
            </p:nvSpPr>
            <p:spPr>
              <a:xfrm>
                <a:off x="10699360" y="1081336"/>
                <a:ext cx="45912" cy="84575"/>
              </a:xfrm>
              <a:custGeom>
                <a:avLst/>
                <a:gdLst>
                  <a:gd name="connsiteX0" fmla="*/ 9907 w 45911"/>
                  <a:gd name="connsiteY0" fmla="*/ 0 h 84574"/>
                  <a:gd name="connsiteX1" fmla="*/ 0 w 45911"/>
                  <a:gd name="connsiteY1" fmla="*/ 0 h 84574"/>
                  <a:gd name="connsiteX2" fmla="*/ 0 w 45911"/>
                  <a:gd name="connsiteY2" fmla="*/ 86266 h 84574"/>
                  <a:gd name="connsiteX3" fmla="*/ 9907 w 45911"/>
                  <a:gd name="connsiteY3" fmla="*/ 86266 h 84574"/>
                  <a:gd name="connsiteX4" fmla="*/ 9907 w 45911"/>
                  <a:gd name="connsiteY4" fmla="*/ 55094 h 84574"/>
                  <a:gd name="connsiteX5" fmla="*/ 11116 w 45911"/>
                  <a:gd name="connsiteY5" fmla="*/ 47845 h 84574"/>
                  <a:gd name="connsiteX6" fmla="*/ 14499 w 45911"/>
                  <a:gd name="connsiteY6" fmla="*/ 42046 h 84574"/>
                  <a:gd name="connsiteX7" fmla="*/ 19331 w 45911"/>
                  <a:gd name="connsiteY7" fmla="*/ 38179 h 84574"/>
                  <a:gd name="connsiteX8" fmla="*/ 25614 w 45911"/>
                  <a:gd name="connsiteY8" fmla="*/ 36730 h 84574"/>
                  <a:gd name="connsiteX9" fmla="*/ 31655 w 45911"/>
                  <a:gd name="connsiteY9" fmla="*/ 37696 h 84574"/>
                  <a:gd name="connsiteX10" fmla="*/ 35280 w 45911"/>
                  <a:gd name="connsiteY10" fmla="*/ 40596 h 84574"/>
                  <a:gd name="connsiteX11" fmla="*/ 36971 w 45911"/>
                  <a:gd name="connsiteY11" fmla="*/ 45187 h 84574"/>
                  <a:gd name="connsiteX12" fmla="*/ 37454 w 45911"/>
                  <a:gd name="connsiteY12" fmla="*/ 51470 h 84574"/>
                  <a:gd name="connsiteX13" fmla="*/ 37454 w 45911"/>
                  <a:gd name="connsiteY13" fmla="*/ 86024 h 84574"/>
                  <a:gd name="connsiteX14" fmla="*/ 47362 w 45911"/>
                  <a:gd name="connsiteY14" fmla="*/ 86024 h 84574"/>
                  <a:gd name="connsiteX15" fmla="*/ 47362 w 45911"/>
                  <a:gd name="connsiteY15" fmla="*/ 51470 h 84574"/>
                  <a:gd name="connsiteX16" fmla="*/ 46879 w 45911"/>
                  <a:gd name="connsiteY16" fmla="*/ 43012 h 84574"/>
                  <a:gd name="connsiteX17" fmla="*/ 44704 w 45911"/>
                  <a:gd name="connsiteY17" fmla="*/ 36005 h 84574"/>
                  <a:gd name="connsiteX18" fmla="*/ 38904 w 45911"/>
                  <a:gd name="connsiteY18" fmla="*/ 31172 h 84574"/>
                  <a:gd name="connsiteX19" fmla="*/ 28272 w 45911"/>
                  <a:gd name="connsiteY19" fmla="*/ 29239 h 84574"/>
                  <a:gd name="connsiteX20" fmla="*/ 20781 w 45911"/>
                  <a:gd name="connsiteY20" fmla="*/ 30447 h 84574"/>
                  <a:gd name="connsiteX21" fmla="*/ 15465 w 45911"/>
                  <a:gd name="connsiteY21" fmla="*/ 33347 h 84574"/>
                  <a:gd name="connsiteX22" fmla="*/ 12082 w 45911"/>
                  <a:gd name="connsiteY22" fmla="*/ 36730 h 84574"/>
                  <a:gd name="connsiteX23" fmla="*/ 10149 w 45911"/>
                  <a:gd name="connsiteY23" fmla="*/ 39388 h 84574"/>
                  <a:gd name="connsiteX24" fmla="*/ 10149 w 45911"/>
                  <a:gd name="connsiteY24" fmla="*/ 0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799"/>
              </a:p>
            </p:txBody>
          </p:sp>
        </p:grpSp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1B5CEBB8-8410-4826-A2E1-C3C323E13940}"/>
                </a:ext>
              </a:extLst>
            </p:cNvPr>
            <p:cNvSpPr/>
            <p:nvPr/>
          </p:nvSpPr>
          <p:spPr>
            <a:xfrm>
              <a:off x="10808824" y="1089069"/>
              <a:ext cx="57994" cy="77325"/>
            </a:xfrm>
            <a:custGeom>
              <a:avLst/>
              <a:gdLst>
                <a:gd name="connsiteX0" fmla="*/ 10149 w 57994"/>
                <a:gd name="connsiteY0" fmla="*/ 78292 h 77325"/>
                <a:gd name="connsiteX1" fmla="*/ 10149 w 57994"/>
                <a:gd name="connsiteY1" fmla="*/ 40837 h 77325"/>
                <a:gd name="connsiteX2" fmla="*/ 48812 w 57994"/>
                <a:gd name="connsiteY2" fmla="*/ 40837 h 77325"/>
                <a:gd name="connsiteX3" fmla="*/ 48812 w 57994"/>
                <a:gd name="connsiteY3" fmla="*/ 78292 h 77325"/>
                <a:gd name="connsiteX4" fmla="*/ 58961 w 57994"/>
                <a:gd name="connsiteY4" fmla="*/ 78292 h 77325"/>
                <a:gd name="connsiteX5" fmla="*/ 58961 w 57994"/>
                <a:gd name="connsiteY5" fmla="*/ 0 h 77325"/>
                <a:gd name="connsiteX6" fmla="*/ 48812 w 57994"/>
                <a:gd name="connsiteY6" fmla="*/ 0 h 77325"/>
                <a:gd name="connsiteX7" fmla="*/ 48812 w 57994"/>
                <a:gd name="connsiteY7" fmla="*/ 34071 h 77325"/>
                <a:gd name="connsiteX8" fmla="*/ 10149 w 57994"/>
                <a:gd name="connsiteY8" fmla="*/ 34071 h 77325"/>
                <a:gd name="connsiteX9" fmla="*/ 10149 w 57994"/>
                <a:gd name="connsiteY9" fmla="*/ 0 h 77325"/>
                <a:gd name="connsiteX10" fmla="*/ 0 w 57994"/>
                <a:gd name="connsiteY10" fmla="*/ 0 h 77325"/>
                <a:gd name="connsiteX11" fmla="*/ 0 w 57994"/>
                <a:gd name="connsiteY11" fmla="*/ 78292 h 7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799"/>
            </a:p>
          </p:txBody>
        </p:sp>
        <p:sp>
          <p:nvSpPr>
            <p:cNvPr id="38" name="Freihandform: Form 37">
              <a:extLst>
                <a:ext uri="{FF2B5EF4-FFF2-40B4-BE49-F238E27FC236}">
                  <a16:creationId xmlns:a16="http://schemas.microsoft.com/office/drawing/2014/main" id="{C2141CF3-1E59-49AE-B4F4-71225DE8DBD6}"/>
                </a:ext>
              </a:extLst>
            </p:cNvPr>
            <p:cNvSpPr/>
            <p:nvPr/>
          </p:nvSpPr>
          <p:spPr>
            <a:xfrm>
              <a:off x="10886391" y="1110575"/>
              <a:ext cx="48328" cy="57994"/>
            </a:xfrm>
            <a:custGeom>
              <a:avLst/>
              <a:gdLst>
                <a:gd name="connsiteX0" fmla="*/ 9907 w 48328"/>
                <a:gd name="connsiteY0" fmla="*/ 24647 h 57994"/>
                <a:gd name="connsiteX1" fmla="*/ 11599 w 48328"/>
                <a:gd name="connsiteY1" fmla="*/ 17640 h 57994"/>
                <a:gd name="connsiteX2" fmla="*/ 14740 w 48328"/>
                <a:gd name="connsiteY2" fmla="*/ 11840 h 57994"/>
                <a:gd name="connsiteX3" fmla="*/ 19331 w 48328"/>
                <a:gd name="connsiteY3" fmla="*/ 7733 h 57994"/>
                <a:gd name="connsiteX4" fmla="*/ 25372 w 48328"/>
                <a:gd name="connsiteY4" fmla="*/ 6283 h 57994"/>
                <a:gd name="connsiteX5" fmla="*/ 33830 w 48328"/>
                <a:gd name="connsiteY5" fmla="*/ 10874 h 57994"/>
                <a:gd name="connsiteX6" fmla="*/ 36971 w 48328"/>
                <a:gd name="connsiteY6" fmla="*/ 22956 h 57994"/>
                <a:gd name="connsiteX7" fmla="*/ 36971 w 48328"/>
                <a:gd name="connsiteY7" fmla="*/ 24889 h 57994"/>
                <a:gd name="connsiteX8" fmla="*/ 9907 w 48328"/>
                <a:gd name="connsiteY8" fmla="*/ 24889 h 57994"/>
                <a:gd name="connsiteX9" fmla="*/ 9666 w 48328"/>
                <a:gd name="connsiteY9" fmla="*/ 30930 h 57994"/>
                <a:gd name="connsiteX10" fmla="*/ 47120 w 48328"/>
                <a:gd name="connsiteY10" fmla="*/ 30930 h 57994"/>
                <a:gd name="connsiteX11" fmla="*/ 47120 w 48328"/>
                <a:gd name="connsiteY11" fmla="*/ 25372 h 57994"/>
                <a:gd name="connsiteX12" fmla="*/ 46154 w 48328"/>
                <a:gd name="connsiteY12" fmla="*/ 16190 h 57994"/>
                <a:gd name="connsiteX13" fmla="*/ 42529 w 48328"/>
                <a:gd name="connsiteY13" fmla="*/ 7974 h 57994"/>
                <a:gd name="connsiteX14" fmla="*/ 35763 w 48328"/>
                <a:gd name="connsiteY14" fmla="*/ 2175 h 57994"/>
                <a:gd name="connsiteX15" fmla="*/ 25131 w 48328"/>
                <a:gd name="connsiteY15" fmla="*/ 0 h 57994"/>
                <a:gd name="connsiteX16" fmla="*/ 15223 w 48328"/>
                <a:gd name="connsiteY16" fmla="*/ 2175 h 57994"/>
                <a:gd name="connsiteX17" fmla="*/ 7249 w 48328"/>
                <a:gd name="connsiteY17" fmla="*/ 8216 h 57994"/>
                <a:gd name="connsiteX18" fmla="*/ 1933 w 48328"/>
                <a:gd name="connsiteY18" fmla="*/ 17398 h 57994"/>
                <a:gd name="connsiteX19" fmla="*/ 0 w 48328"/>
                <a:gd name="connsiteY19" fmla="*/ 29239 h 57994"/>
                <a:gd name="connsiteX20" fmla="*/ 6766 w 48328"/>
                <a:gd name="connsiteY20" fmla="*/ 50986 h 57994"/>
                <a:gd name="connsiteX21" fmla="*/ 26581 w 48328"/>
                <a:gd name="connsiteY21" fmla="*/ 58477 h 57994"/>
                <a:gd name="connsiteX22" fmla="*/ 38663 w 48328"/>
                <a:gd name="connsiteY22" fmla="*/ 55819 h 57994"/>
                <a:gd name="connsiteX23" fmla="*/ 48328 w 48328"/>
                <a:gd name="connsiteY23" fmla="*/ 47845 h 57994"/>
                <a:gd name="connsiteX24" fmla="*/ 44462 w 48328"/>
                <a:gd name="connsiteY24" fmla="*/ 43737 h 57994"/>
                <a:gd name="connsiteX25" fmla="*/ 35038 w 48328"/>
                <a:gd name="connsiteY25" fmla="*/ 50261 h 57994"/>
                <a:gd name="connsiteX26" fmla="*/ 27305 w 48328"/>
                <a:gd name="connsiteY26" fmla="*/ 51711 h 57994"/>
                <a:gd name="connsiteX27" fmla="*/ 14740 w 48328"/>
                <a:gd name="connsiteY27" fmla="*/ 46395 h 57994"/>
                <a:gd name="connsiteX28" fmla="*/ 9666 w 48328"/>
                <a:gd name="connsiteY28" fmla="*/ 30930 h 57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799"/>
            </a:p>
          </p:txBody>
        </p:sp>
        <p:sp>
          <p:nvSpPr>
            <p:cNvPr id="39" name="Freihandform: Form 38">
              <a:extLst>
                <a:ext uri="{FF2B5EF4-FFF2-40B4-BE49-F238E27FC236}">
                  <a16:creationId xmlns:a16="http://schemas.microsoft.com/office/drawing/2014/main" id="{77A4FE29-4562-4C15-8839-87F3DA744A7B}"/>
                </a:ext>
              </a:extLst>
            </p:cNvPr>
            <p:cNvSpPr/>
            <p:nvPr/>
          </p:nvSpPr>
          <p:spPr>
            <a:xfrm>
              <a:off x="10951151" y="1112266"/>
              <a:ext cx="9666" cy="53161"/>
            </a:xfrm>
            <a:custGeom>
              <a:avLst/>
              <a:gdLst>
                <a:gd name="connsiteX0" fmla="*/ 0 w 9665"/>
                <a:gd name="connsiteY0" fmla="*/ 0 h 53161"/>
                <a:gd name="connsiteX1" fmla="*/ 10149 w 9665"/>
                <a:gd name="connsiteY1" fmla="*/ 0 h 53161"/>
                <a:gd name="connsiteX2" fmla="*/ 10149 w 9665"/>
                <a:gd name="connsiteY2" fmla="*/ 55094 h 53161"/>
                <a:gd name="connsiteX3" fmla="*/ 0 w 9665"/>
                <a:gd name="connsiteY3" fmla="*/ 55094 h 53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de-DE" sz="1799"/>
            </a:p>
          </p:txBody>
        </p:sp>
        <p:grpSp>
          <p:nvGrpSpPr>
            <p:cNvPr id="40" name="Grafik 9">
              <a:extLst>
                <a:ext uri="{FF2B5EF4-FFF2-40B4-BE49-F238E27FC236}">
                  <a16:creationId xmlns:a16="http://schemas.microsoft.com/office/drawing/2014/main" id="{A240364D-AE4D-440E-88A8-B05FF302FB9D}"/>
                </a:ext>
              </a:extLst>
            </p:cNvPr>
            <p:cNvGrpSpPr/>
            <p:nvPr/>
          </p:nvGrpSpPr>
          <p:grpSpPr>
            <a:xfrm>
              <a:off x="10321916" y="1110575"/>
              <a:ext cx="1399106" cy="241642"/>
              <a:chOff x="10321916" y="1110575"/>
              <a:chExt cx="1399106" cy="241642"/>
            </a:xfrm>
            <a:solidFill>
              <a:schemeClr val="accent1"/>
            </a:solidFill>
          </p:grpSpPr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499DC055-1C0A-47CE-BA62-2B92DDA092AF}"/>
                  </a:ext>
                </a:extLst>
              </p:cNvPr>
              <p:cNvSpPr/>
              <p:nvPr/>
            </p:nvSpPr>
            <p:spPr>
              <a:xfrm>
                <a:off x="10981840" y="1110575"/>
                <a:ext cx="45912" cy="55578"/>
              </a:xfrm>
              <a:custGeom>
                <a:avLst/>
                <a:gdLst>
                  <a:gd name="connsiteX0" fmla="*/ 48087 w 45911"/>
                  <a:gd name="connsiteY0" fmla="*/ 56786 h 55577"/>
                  <a:gd name="connsiteX1" fmla="*/ 48087 w 45911"/>
                  <a:gd name="connsiteY1" fmla="*/ 22231 h 55577"/>
                  <a:gd name="connsiteX2" fmla="*/ 47603 w 45911"/>
                  <a:gd name="connsiteY2" fmla="*/ 13774 h 55577"/>
                  <a:gd name="connsiteX3" fmla="*/ 45429 w 45911"/>
                  <a:gd name="connsiteY3" fmla="*/ 6766 h 55577"/>
                  <a:gd name="connsiteX4" fmla="*/ 39629 w 45911"/>
                  <a:gd name="connsiteY4" fmla="*/ 1933 h 55577"/>
                  <a:gd name="connsiteX5" fmla="*/ 28997 w 45911"/>
                  <a:gd name="connsiteY5" fmla="*/ 0 h 55577"/>
                  <a:gd name="connsiteX6" fmla="*/ 21506 w 45911"/>
                  <a:gd name="connsiteY6" fmla="*/ 1208 h 55577"/>
                  <a:gd name="connsiteX7" fmla="*/ 16190 w 45911"/>
                  <a:gd name="connsiteY7" fmla="*/ 4350 h 55577"/>
                  <a:gd name="connsiteX8" fmla="*/ 12565 w 45911"/>
                  <a:gd name="connsiteY8" fmla="*/ 7974 h 55577"/>
                  <a:gd name="connsiteX9" fmla="*/ 10632 w 45911"/>
                  <a:gd name="connsiteY9" fmla="*/ 10632 h 55577"/>
                  <a:gd name="connsiteX10" fmla="*/ 9424 w 45911"/>
                  <a:gd name="connsiteY10" fmla="*/ 967 h 55577"/>
                  <a:gd name="connsiteX11" fmla="*/ 0 w 45911"/>
                  <a:gd name="connsiteY11" fmla="*/ 1933 h 55577"/>
                  <a:gd name="connsiteX12" fmla="*/ 242 w 45911"/>
                  <a:gd name="connsiteY12" fmla="*/ 4108 h 55577"/>
                  <a:gd name="connsiteX13" fmla="*/ 725 w 45911"/>
                  <a:gd name="connsiteY13" fmla="*/ 7733 h 55577"/>
                  <a:gd name="connsiteX14" fmla="*/ 967 w 45911"/>
                  <a:gd name="connsiteY14" fmla="*/ 11840 h 55577"/>
                  <a:gd name="connsiteX15" fmla="*/ 1208 w 45911"/>
                  <a:gd name="connsiteY15" fmla="*/ 15948 h 55577"/>
                  <a:gd name="connsiteX16" fmla="*/ 1208 w 45911"/>
                  <a:gd name="connsiteY16" fmla="*/ 56786 h 55577"/>
                  <a:gd name="connsiteX17" fmla="*/ 11116 w 45911"/>
                  <a:gd name="connsiteY17" fmla="*/ 56786 h 55577"/>
                  <a:gd name="connsiteX18" fmla="*/ 11116 w 45911"/>
                  <a:gd name="connsiteY18" fmla="*/ 25856 h 55577"/>
                  <a:gd name="connsiteX19" fmla="*/ 12324 w 45911"/>
                  <a:gd name="connsiteY19" fmla="*/ 18606 h 55577"/>
                  <a:gd name="connsiteX20" fmla="*/ 15707 w 45911"/>
                  <a:gd name="connsiteY20" fmla="*/ 12807 h 55577"/>
                  <a:gd name="connsiteX21" fmla="*/ 20540 w 45911"/>
                  <a:gd name="connsiteY21" fmla="*/ 8941 h 55577"/>
                  <a:gd name="connsiteX22" fmla="*/ 26822 w 45911"/>
                  <a:gd name="connsiteY22" fmla="*/ 7491 h 55577"/>
                  <a:gd name="connsiteX23" fmla="*/ 32863 w 45911"/>
                  <a:gd name="connsiteY23" fmla="*/ 8457 h 55577"/>
                  <a:gd name="connsiteX24" fmla="*/ 36488 w 45911"/>
                  <a:gd name="connsiteY24" fmla="*/ 11357 h 55577"/>
                  <a:gd name="connsiteX25" fmla="*/ 38179 w 45911"/>
                  <a:gd name="connsiteY25" fmla="*/ 15948 h 55577"/>
                  <a:gd name="connsiteX26" fmla="*/ 38663 w 45911"/>
                  <a:gd name="connsiteY26" fmla="*/ 22231 h 55577"/>
                  <a:gd name="connsiteX27" fmla="*/ 38663 w 45911"/>
                  <a:gd name="connsiteY27" fmla="*/ 56786 h 55577"/>
                  <a:gd name="connsiteX28" fmla="*/ 48087 w 45911"/>
                  <a:gd name="connsiteY28" fmla="*/ 56786 h 55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799"/>
              </a:p>
            </p:txBody>
          </p:sp>
          <p:sp>
            <p:nvSpPr>
              <p:cNvPr id="42" name="Freihandform: Form 41">
                <a:extLst>
                  <a:ext uri="{FF2B5EF4-FFF2-40B4-BE49-F238E27FC236}">
                    <a16:creationId xmlns:a16="http://schemas.microsoft.com/office/drawing/2014/main" id="{CFC50087-AE06-4FC3-BF14-DD98E5DF1E54}"/>
                  </a:ext>
                </a:extLst>
              </p:cNvPr>
              <p:cNvSpPr/>
              <p:nvPr/>
            </p:nvSpPr>
            <p:spPr>
              <a:xfrm>
                <a:off x="11046358" y="1110575"/>
                <a:ext cx="48328" cy="57994"/>
              </a:xfrm>
              <a:custGeom>
                <a:avLst/>
                <a:gdLst>
                  <a:gd name="connsiteX0" fmla="*/ 9907 w 48328"/>
                  <a:gd name="connsiteY0" fmla="*/ 24647 h 57994"/>
                  <a:gd name="connsiteX1" fmla="*/ 11599 w 48328"/>
                  <a:gd name="connsiteY1" fmla="*/ 17640 h 57994"/>
                  <a:gd name="connsiteX2" fmla="*/ 14740 w 48328"/>
                  <a:gd name="connsiteY2" fmla="*/ 11840 h 57994"/>
                  <a:gd name="connsiteX3" fmla="*/ 19331 w 48328"/>
                  <a:gd name="connsiteY3" fmla="*/ 7733 h 57994"/>
                  <a:gd name="connsiteX4" fmla="*/ 25372 w 48328"/>
                  <a:gd name="connsiteY4" fmla="*/ 6283 h 57994"/>
                  <a:gd name="connsiteX5" fmla="*/ 33830 w 48328"/>
                  <a:gd name="connsiteY5" fmla="*/ 10874 h 57994"/>
                  <a:gd name="connsiteX6" fmla="*/ 36971 w 48328"/>
                  <a:gd name="connsiteY6" fmla="*/ 22956 h 57994"/>
                  <a:gd name="connsiteX7" fmla="*/ 36971 w 48328"/>
                  <a:gd name="connsiteY7" fmla="*/ 24889 h 57994"/>
                  <a:gd name="connsiteX8" fmla="*/ 9907 w 48328"/>
                  <a:gd name="connsiteY8" fmla="*/ 24889 h 57994"/>
                  <a:gd name="connsiteX9" fmla="*/ 9666 w 48328"/>
                  <a:gd name="connsiteY9" fmla="*/ 30930 h 57994"/>
                  <a:gd name="connsiteX10" fmla="*/ 47120 w 48328"/>
                  <a:gd name="connsiteY10" fmla="*/ 30930 h 57994"/>
                  <a:gd name="connsiteX11" fmla="*/ 47120 w 48328"/>
                  <a:gd name="connsiteY11" fmla="*/ 25372 h 57994"/>
                  <a:gd name="connsiteX12" fmla="*/ 46154 w 48328"/>
                  <a:gd name="connsiteY12" fmla="*/ 16190 h 57994"/>
                  <a:gd name="connsiteX13" fmla="*/ 42529 w 48328"/>
                  <a:gd name="connsiteY13" fmla="*/ 7974 h 57994"/>
                  <a:gd name="connsiteX14" fmla="*/ 35763 w 48328"/>
                  <a:gd name="connsiteY14" fmla="*/ 2175 h 57994"/>
                  <a:gd name="connsiteX15" fmla="*/ 25131 w 48328"/>
                  <a:gd name="connsiteY15" fmla="*/ 0 h 57994"/>
                  <a:gd name="connsiteX16" fmla="*/ 15223 w 48328"/>
                  <a:gd name="connsiteY16" fmla="*/ 2175 h 57994"/>
                  <a:gd name="connsiteX17" fmla="*/ 7249 w 48328"/>
                  <a:gd name="connsiteY17" fmla="*/ 8216 h 57994"/>
                  <a:gd name="connsiteX18" fmla="*/ 1933 w 48328"/>
                  <a:gd name="connsiteY18" fmla="*/ 17398 h 57994"/>
                  <a:gd name="connsiteX19" fmla="*/ 0 w 48328"/>
                  <a:gd name="connsiteY19" fmla="*/ 29239 h 57994"/>
                  <a:gd name="connsiteX20" fmla="*/ 6766 w 48328"/>
                  <a:gd name="connsiteY20" fmla="*/ 50986 h 57994"/>
                  <a:gd name="connsiteX21" fmla="*/ 26581 w 48328"/>
                  <a:gd name="connsiteY21" fmla="*/ 58477 h 57994"/>
                  <a:gd name="connsiteX22" fmla="*/ 38663 w 48328"/>
                  <a:gd name="connsiteY22" fmla="*/ 55819 h 57994"/>
                  <a:gd name="connsiteX23" fmla="*/ 48328 w 48328"/>
                  <a:gd name="connsiteY23" fmla="*/ 47845 h 57994"/>
                  <a:gd name="connsiteX24" fmla="*/ 44462 w 48328"/>
                  <a:gd name="connsiteY24" fmla="*/ 43737 h 57994"/>
                  <a:gd name="connsiteX25" fmla="*/ 35038 w 48328"/>
                  <a:gd name="connsiteY25" fmla="*/ 50261 h 57994"/>
                  <a:gd name="connsiteX26" fmla="*/ 27306 w 48328"/>
                  <a:gd name="connsiteY26" fmla="*/ 51711 h 57994"/>
                  <a:gd name="connsiteX27" fmla="*/ 14740 w 48328"/>
                  <a:gd name="connsiteY27" fmla="*/ 46395 h 57994"/>
                  <a:gd name="connsiteX28" fmla="*/ 9666 w 48328"/>
                  <a:gd name="connsiteY28" fmla="*/ 30930 h 57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799"/>
              </a:p>
            </p:txBody>
          </p:sp>
          <p:sp>
            <p:nvSpPr>
              <p:cNvPr id="43" name="Freihandform: Form 42">
                <a:extLst>
                  <a:ext uri="{FF2B5EF4-FFF2-40B4-BE49-F238E27FC236}">
                    <a16:creationId xmlns:a16="http://schemas.microsoft.com/office/drawing/2014/main" id="{21874895-4ADB-4607-9955-2800059B66C0}"/>
                  </a:ext>
                </a:extLst>
              </p:cNvPr>
              <p:cNvSpPr/>
              <p:nvPr/>
            </p:nvSpPr>
            <p:spPr>
              <a:xfrm>
                <a:off x="10321916" y="1217139"/>
                <a:ext cx="1179212" cy="84575"/>
              </a:xfrm>
              <a:custGeom>
                <a:avLst/>
                <a:gdLst>
                  <a:gd name="connsiteX0" fmla="*/ 1181145 w 1179211"/>
                  <a:gd name="connsiteY0" fmla="*/ 2658 h 84574"/>
                  <a:gd name="connsiteX1" fmla="*/ 1176071 w 1179211"/>
                  <a:gd name="connsiteY1" fmla="*/ 725 h 84574"/>
                  <a:gd name="connsiteX2" fmla="*/ 1168580 w 1179211"/>
                  <a:gd name="connsiteY2" fmla="*/ 0 h 84574"/>
                  <a:gd name="connsiteX3" fmla="*/ 1158672 w 1179211"/>
                  <a:gd name="connsiteY3" fmla="*/ 1933 h 84574"/>
                  <a:gd name="connsiteX4" fmla="*/ 1151182 w 1179211"/>
                  <a:gd name="connsiteY4" fmla="*/ 8941 h 84574"/>
                  <a:gd name="connsiteX5" fmla="*/ 1148282 w 1179211"/>
                  <a:gd name="connsiteY5" fmla="*/ 16915 h 84574"/>
                  <a:gd name="connsiteX6" fmla="*/ 1147799 w 1179211"/>
                  <a:gd name="connsiteY6" fmla="*/ 25131 h 84574"/>
                  <a:gd name="connsiteX7" fmla="*/ 1147799 w 1179211"/>
                  <a:gd name="connsiteY7" fmla="*/ 29239 h 84574"/>
                  <a:gd name="connsiteX8" fmla="*/ 1137891 w 1179211"/>
                  <a:gd name="connsiteY8" fmla="*/ 29239 h 84574"/>
                  <a:gd name="connsiteX9" fmla="*/ 1137891 w 1179211"/>
                  <a:gd name="connsiteY9" fmla="*/ 35521 h 84574"/>
                  <a:gd name="connsiteX10" fmla="*/ 1147799 w 1179211"/>
                  <a:gd name="connsiteY10" fmla="*/ 35521 h 84574"/>
                  <a:gd name="connsiteX11" fmla="*/ 1147799 w 1179211"/>
                  <a:gd name="connsiteY11" fmla="*/ 84333 h 84574"/>
                  <a:gd name="connsiteX12" fmla="*/ 1157223 w 1179211"/>
                  <a:gd name="connsiteY12" fmla="*/ 84333 h 84574"/>
                  <a:gd name="connsiteX13" fmla="*/ 1157223 w 1179211"/>
                  <a:gd name="connsiteY13" fmla="*/ 35280 h 84574"/>
                  <a:gd name="connsiteX14" fmla="*/ 1172446 w 1179211"/>
                  <a:gd name="connsiteY14" fmla="*/ 35280 h 84574"/>
                  <a:gd name="connsiteX15" fmla="*/ 1172446 w 1179211"/>
                  <a:gd name="connsiteY15" fmla="*/ 28997 h 84574"/>
                  <a:gd name="connsiteX16" fmla="*/ 1157223 w 1179211"/>
                  <a:gd name="connsiteY16" fmla="*/ 28997 h 84574"/>
                  <a:gd name="connsiteX17" fmla="*/ 1157223 w 1179211"/>
                  <a:gd name="connsiteY17" fmla="*/ 25372 h 84574"/>
                  <a:gd name="connsiteX18" fmla="*/ 1157464 w 1179211"/>
                  <a:gd name="connsiteY18" fmla="*/ 18606 h 84574"/>
                  <a:gd name="connsiteX19" fmla="*/ 1158672 w 1179211"/>
                  <a:gd name="connsiteY19" fmla="*/ 12324 h 84574"/>
                  <a:gd name="connsiteX20" fmla="*/ 1161572 w 1179211"/>
                  <a:gd name="connsiteY20" fmla="*/ 7733 h 84574"/>
                  <a:gd name="connsiteX21" fmla="*/ 1167130 w 1179211"/>
                  <a:gd name="connsiteY21" fmla="*/ 5799 h 84574"/>
                  <a:gd name="connsiteX22" fmla="*/ 1173413 w 1179211"/>
                  <a:gd name="connsiteY22" fmla="*/ 7008 h 84574"/>
                  <a:gd name="connsiteX23" fmla="*/ 1177762 w 1179211"/>
                  <a:gd name="connsiteY23" fmla="*/ 9666 h 84574"/>
                  <a:gd name="connsiteX24" fmla="*/ 1181145 w 1179211"/>
                  <a:gd name="connsiteY24" fmla="*/ 2658 h 84574"/>
                  <a:gd name="connsiteX25" fmla="*/ 1092946 w 1179211"/>
                  <a:gd name="connsiteY25" fmla="*/ 84091 h 84574"/>
                  <a:gd name="connsiteX26" fmla="*/ 1102370 w 1179211"/>
                  <a:gd name="connsiteY26" fmla="*/ 84091 h 84574"/>
                  <a:gd name="connsiteX27" fmla="*/ 1102370 w 1179211"/>
                  <a:gd name="connsiteY27" fmla="*/ 57511 h 84574"/>
                  <a:gd name="connsiteX28" fmla="*/ 1102612 w 1179211"/>
                  <a:gd name="connsiteY28" fmla="*/ 51953 h 84574"/>
                  <a:gd name="connsiteX29" fmla="*/ 1103337 w 1179211"/>
                  <a:gd name="connsiteY29" fmla="*/ 46637 h 84574"/>
                  <a:gd name="connsiteX30" fmla="*/ 1107444 w 1179211"/>
                  <a:gd name="connsiteY30" fmla="*/ 37938 h 84574"/>
                  <a:gd name="connsiteX31" fmla="*/ 1113485 w 1179211"/>
                  <a:gd name="connsiteY31" fmla="*/ 34555 h 84574"/>
                  <a:gd name="connsiteX32" fmla="*/ 1119526 w 1179211"/>
                  <a:gd name="connsiteY32" fmla="*/ 40596 h 84574"/>
                  <a:gd name="connsiteX33" fmla="*/ 1127742 w 1179211"/>
                  <a:gd name="connsiteY33" fmla="*/ 37696 h 84574"/>
                  <a:gd name="connsiteX34" fmla="*/ 1126534 w 1179211"/>
                  <a:gd name="connsiteY34" fmla="*/ 32863 h 84574"/>
                  <a:gd name="connsiteX35" fmla="*/ 1124118 w 1179211"/>
                  <a:gd name="connsiteY35" fmla="*/ 29722 h 84574"/>
                  <a:gd name="connsiteX36" fmla="*/ 1120735 w 1179211"/>
                  <a:gd name="connsiteY36" fmla="*/ 28030 h 84574"/>
                  <a:gd name="connsiteX37" fmla="*/ 1117352 w 1179211"/>
                  <a:gd name="connsiteY37" fmla="*/ 27547 h 84574"/>
                  <a:gd name="connsiteX38" fmla="*/ 1108653 w 1179211"/>
                  <a:gd name="connsiteY38" fmla="*/ 30205 h 84574"/>
                  <a:gd name="connsiteX39" fmla="*/ 1102370 w 1179211"/>
                  <a:gd name="connsiteY39" fmla="*/ 37696 h 84574"/>
                  <a:gd name="connsiteX40" fmla="*/ 1101162 w 1179211"/>
                  <a:gd name="connsiteY40" fmla="*/ 28272 h 84574"/>
                  <a:gd name="connsiteX41" fmla="*/ 1091738 w 1179211"/>
                  <a:gd name="connsiteY41" fmla="*/ 29239 h 84574"/>
                  <a:gd name="connsiteX42" fmla="*/ 1091979 w 1179211"/>
                  <a:gd name="connsiteY42" fmla="*/ 31413 h 84574"/>
                  <a:gd name="connsiteX43" fmla="*/ 1092463 w 1179211"/>
                  <a:gd name="connsiteY43" fmla="*/ 35038 h 84574"/>
                  <a:gd name="connsiteX44" fmla="*/ 1092704 w 1179211"/>
                  <a:gd name="connsiteY44" fmla="*/ 39146 h 84574"/>
                  <a:gd name="connsiteX45" fmla="*/ 1092946 w 1179211"/>
                  <a:gd name="connsiteY45" fmla="*/ 43254 h 84574"/>
                  <a:gd name="connsiteX46" fmla="*/ 1092946 w 1179211"/>
                  <a:gd name="connsiteY46" fmla="*/ 84091 h 84574"/>
                  <a:gd name="connsiteX47" fmla="*/ 1062016 w 1179211"/>
                  <a:gd name="connsiteY47" fmla="*/ 72251 h 84574"/>
                  <a:gd name="connsiteX48" fmla="*/ 1049934 w 1179211"/>
                  <a:gd name="connsiteY48" fmla="*/ 78292 h 84574"/>
                  <a:gd name="connsiteX49" fmla="*/ 1037852 w 1179211"/>
                  <a:gd name="connsiteY49" fmla="*/ 72251 h 84574"/>
                  <a:gd name="connsiteX50" fmla="*/ 1033502 w 1179211"/>
                  <a:gd name="connsiteY50" fmla="*/ 55819 h 84574"/>
                  <a:gd name="connsiteX51" fmla="*/ 1037852 w 1179211"/>
                  <a:gd name="connsiteY51" fmla="*/ 39629 h 84574"/>
                  <a:gd name="connsiteX52" fmla="*/ 1050175 w 1179211"/>
                  <a:gd name="connsiteY52" fmla="*/ 33588 h 84574"/>
                  <a:gd name="connsiteX53" fmla="*/ 1062499 w 1179211"/>
                  <a:gd name="connsiteY53" fmla="*/ 39629 h 84574"/>
                  <a:gd name="connsiteX54" fmla="*/ 1066849 w 1179211"/>
                  <a:gd name="connsiteY54" fmla="*/ 55819 h 84574"/>
                  <a:gd name="connsiteX55" fmla="*/ 1062016 w 1179211"/>
                  <a:gd name="connsiteY55" fmla="*/ 72251 h 84574"/>
                  <a:gd name="connsiteX56" fmla="*/ 1075306 w 1179211"/>
                  <a:gd name="connsiteY56" fmla="*/ 44462 h 84574"/>
                  <a:gd name="connsiteX57" fmla="*/ 1070232 w 1179211"/>
                  <a:gd name="connsiteY57" fmla="*/ 35280 h 84574"/>
                  <a:gd name="connsiteX58" fmla="*/ 1061774 w 1179211"/>
                  <a:gd name="connsiteY58" fmla="*/ 29480 h 84574"/>
                  <a:gd name="connsiteX59" fmla="*/ 1050175 w 1179211"/>
                  <a:gd name="connsiteY59" fmla="*/ 27306 h 84574"/>
                  <a:gd name="connsiteX60" fmla="*/ 1038576 w 1179211"/>
                  <a:gd name="connsiteY60" fmla="*/ 29480 h 84574"/>
                  <a:gd name="connsiteX61" fmla="*/ 1030119 w 1179211"/>
                  <a:gd name="connsiteY61" fmla="*/ 35280 h 84574"/>
                  <a:gd name="connsiteX62" fmla="*/ 1024803 w 1179211"/>
                  <a:gd name="connsiteY62" fmla="*/ 44462 h 84574"/>
                  <a:gd name="connsiteX63" fmla="*/ 1023111 w 1179211"/>
                  <a:gd name="connsiteY63" fmla="*/ 56303 h 84574"/>
                  <a:gd name="connsiteX64" fmla="*/ 1025286 w 1179211"/>
                  <a:gd name="connsiteY64" fmla="*/ 68626 h 84574"/>
                  <a:gd name="connsiteX65" fmla="*/ 1031086 w 1179211"/>
                  <a:gd name="connsiteY65" fmla="*/ 77809 h 84574"/>
                  <a:gd name="connsiteX66" fmla="*/ 1039785 w 1179211"/>
                  <a:gd name="connsiteY66" fmla="*/ 83608 h 84574"/>
                  <a:gd name="connsiteX67" fmla="*/ 1050417 w 1179211"/>
                  <a:gd name="connsiteY67" fmla="*/ 85783 h 84574"/>
                  <a:gd name="connsiteX68" fmla="*/ 1061049 w 1179211"/>
                  <a:gd name="connsiteY68" fmla="*/ 83608 h 84574"/>
                  <a:gd name="connsiteX69" fmla="*/ 1069748 w 1179211"/>
                  <a:gd name="connsiteY69" fmla="*/ 77809 h 84574"/>
                  <a:gd name="connsiteX70" fmla="*/ 1075548 w 1179211"/>
                  <a:gd name="connsiteY70" fmla="*/ 68626 h 84574"/>
                  <a:gd name="connsiteX71" fmla="*/ 1077722 w 1179211"/>
                  <a:gd name="connsiteY71" fmla="*/ 56303 h 84574"/>
                  <a:gd name="connsiteX72" fmla="*/ 1075306 w 1179211"/>
                  <a:gd name="connsiteY72" fmla="*/ 44462 h 84574"/>
                  <a:gd name="connsiteX73" fmla="*/ 998464 w 1179211"/>
                  <a:gd name="connsiteY73" fmla="*/ 84816 h 84574"/>
                  <a:gd name="connsiteX74" fmla="*/ 1007888 w 1179211"/>
                  <a:gd name="connsiteY74" fmla="*/ 83850 h 84574"/>
                  <a:gd name="connsiteX75" fmla="*/ 1007646 w 1179211"/>
                  <a:gd name="connsiteY75" fmla="*/ 81675 h 84574"/>
                  <a:gd name="connsiteX76" fmla="*/ 1007163 w 1179211"/>
                  <a:gd name="connsiteY76" fmla="*/ 78050 h 84574"/>
                  <a:gd name="connsiteX77" fmla="*/ 1006921 w 1179211"/>
                  <a:gd name="connsiteY77" fmla="*/ 73942 h 84574"/>
                  <a:gd name="connsiteX78" fmla="*/ 1006680 w 1179211"/>
                  <a:gd name="connsiteY78" fmla="*/ 69834 h 84574"/>
                  <a:gd name="connsiteX79" fmla="*/ 1006680 w 1179211"/>
                  <a:gd name="connsiteY79" fmla="*/ 483 h 84574"/>
                  <a:gd name="connsiteX80" fmla="*/ 997497 w 1179211"/>
                  <a:gd name="connsiteY80" fmla="*/ 483 h 84574"/>
                  <a:gd name="connsiteX81" fmla="*/ 997497 w 1179211"/>
                  <a:gd name="connsiteY81" fmla="*/ 36730 h 84574"/>
                  <a:gd name="connsiteX82" fmla="*/ 990973 w 1179211"/>
                  <a:gd name="connsiteY82" fmla="*/ 29964 h 84574"/>
                  <a:gd name="connsiteX83" fmla="*/ 980341 w 1179211"/>
                  <a:gd name="connsiteY83" fmla="*/ 27064 h 84574"/>
                  <a:gd name="connsiteX84" fmla="*/ 970675 w 1179211"/>
                  <a:gd name="connsiteY84" fmla="*/ 28997 h 84574"/>
                  <a:gd name="connsiteX85" fmla="*/ 962701 w 1179211"/>
                  <a:gd name="connsiteY85" fmla="*/ 34555 h 84574"/>
                  <a:gd name="connsiteX86" fmla="*/ 957385 w 1179211"/>
                  <a:gd name="connsiteY86" fmla="*/ 43737 h 84574"/>
                  <a:gd name="connsiteX87" fmla="*/ 955452 w 1179211"/>
                  <a:gd name="connsiteY87" fmla="*/ 56544 h 84574"/>
                  <a:gd name="connsiteX88" fmla="*/ 956902 w 1179211"/>
                  <a:gd name="connsiteY88" fmla="*/ 67660 h 84574"/>
                  <a:gd name="connsiteX89" fmla="*/ 961251 w 1179211"/>
                  <a:gd name="connsiteY89" fmla="*/ 76842 h 84574"/>
                  <a:gd name="connsiteX90" fmla="*/ 968742 w 1179211"/>
                  <a:gd name="connsiteY90" fmla="*/ 83125 h 84574"/>
                  <a:gd name="connsiteX91" fmla="*/ 979616 w 1179211"/>
                  <a:gd name="connsiteY91" fmla="*/ 85300 h 84574"/>
                  <a:gd name="connsiteX92" fmla="*/ 986623 w 1179211"/>
                  <a:gd name="connsiteY92" fmla="*/ 84091 h 84574"/>
                  <a:gd name="connsiteX93" fmla="*/ 991698 w 1179211"/>
                  <a:gd name="connsiteY93" fmla="*/ 81433 h 84574"/>
                  <a:gd name="connsiteX94" fmla="*/ 995081 w 1179211"/>
                  <a:gd name="connsiteY94" fmla="*/ 78050 h 84574"/>
                  <a:gd name="connsiteX95" fmla="*/ 997014 w 1179211"/>
                  <a:gd name="connsiteY95" fmla="*/ 74909 h 84574"/>
                  <a:gd name="connsiteX96" fmla="*/ 998464 w 1179211"/>
                  <a:gd name="connsiteY96" fmla="*/ 84816 h 84574"/>
                  <a:gd name="connsiteX97" fmla="*/ 996048 w 1179211"/>
                  <a:gd name="connsiteY97" fmla="*/ 67660 h 84574"/>
                  <a:gd name="connsiteX98" fmla="*/ 991456 w 1179211"/>
                  <a:gd name="connsiteY98" fmla="*/ 74667 h 84574"/>
                  <a:gd name="connsiteX99" fmla="*/ 985657 w 1179211"/>
                  <a:gd name="connsiteY99" fmla="*/ 78050 h 84574"/>
                  <a:gd name="connsiteX100" fmla="*/ 980582 w 1179211"/>
                  <a:gd name="connsiteY100" fmla="*/ 78775 h 84574"/>
                  <a:gd name="connsiteX101" fmla="*/ 974058 w 1179211"/>
                  <a:gd name="connsiteY101" fmla="*/ 77084 h 84574"/>
                  <a:gd name="connsiteX102" fmla="*/ 969467 w 1179211"/>
                  <a:gd name="connsiteY102" fmla="*/ 72493 h 84574"/>
                  <a:gd name="connsiteX103" fmla="*/ 966809 w 1179211"/>
                  <a:gd name="connsiteY103" fmla="*/ 65243 h 84574"/>
                  <a:gd name="connsiteX104" fmla="*/ 965842 w 1179211"/>
                  <a:gd name="connsiteY104" fmla="*/ 56303 h 84574"/>
                  <a:gd name="connsiteX105" fmla="*/ 967051 w 1179211"/>
                  <a:gd name="connsiteY105" fmla="*/ 47362 h 84574"/>
                  <a:gd name="connsiteX106" fmla="*/ 970192 w 1179211"/>
                  <a:gd name="connsiteY106" fmla="*/ 40354 h 84574"/>
                  <a:gd name="connsiteX107" fmla="*/ 975266 w 1179211"/>
                  <a:gd name="connsiteY107" fmla="*/ 36005 h 84574"/>
                  <a:gd name="connsiteX108" fmla="*/ 981549 w 1179211"/>
                  <a:gd name="connsiteY108" fmla="*/ 34555 h 84574"/>
                  <a:gd name="connsiteX109" fmla="*/ 987832 w 1179211"/>
                  <a:gd name="connsiteY109" fmla="*/ 35763 h 84574"/>
                  <a:gd name="connsiteX110" fmla="*/ 992906 w 1179211"/>
                  <a:gd name="connsiteY110" fmla="*/ 39629 h 84574"/>
                  <a:gd name="connsiteX111" fmla="*/ 996531 w 1179211"/>
                  <a:gd name="connsiteY111" fmla="*/ 46395 h 84574"/>
                  <a:gd name="connsiteX112" fmla="*/ 997739 w 1179211"/>
                  <a:gd name="connsiteY112" fmla="*/ 56061 h 84574"/>
                  <a:gd name="connsiteX113" fmla="*/ 996048 w 1179211"/>
                  <a:gd name="connsiteY113" fmla="*/ 67660 h 84574"/>
                  <a:gd name="connsiteX114" fmla="*/ 938537 w 1179211"/>
                  <a:gd name="connsiteY114" fmla="*/ 725 h 84574"/>
                  <a:gd name="connsiteX115" fmla="*/ 928629 w 1179211"/>
                  <a:gd name="connsiteY115" fmla="*/ 725 h 84574"/>
                  <a:gd name="connsiteX116" fmla="*/ 928629 w 1179211"/>
                  <a:gd name="connsiteY116" fmla="*/ 84333 h 84574"/>
                  <a:gd name="connsiteX117" fmla="*/ 938537 w 1179211"/>
                  <a:gd name="connsiteY117" fmla="*/ 84333 h 84574"/>
                  <a:gd name="connsiteX118" fmla="*/ 938537 w 1179211"/>
                  <a:gd name="connsiteY118" fmla="*/ 725 h 84574"/>
                  <a:gd name="connsiteX119" fmla="*/ 897699 w 1179211"/>
                  <a:gd name="connsiteY119" fmla="*/ 38179 h 84574"/>
                  <a:gd name="connsiteX120" fmla="*/ 900841 w 1179211"/>
                  <a:gd name="connsiteY120" fmla="*/ 50262 h 84574"/>
                  <a:gd name="connsiteX121" fmla="*/ 900841 w 1179211"/>
                  <a:gd name="connsiteY121" fmla="*/ 52195 h 84574"/>
                  <a:gd name="connsiteX122" fmla="*/ 873535 w 1179211"/>
                  <a:gd name="connsiteY122" fmla="*/ 52195 h 84574"/>
                  <a:gd name="connsiteX123" fmla="*/ 875227 w 1179211"/>
                  <a:gd name="connsiteY123" fmla="*/ 45187 h 84574"/>
                  <a:gd name="connsiteX124" fmla="*/ 878368 w 1179211"/>
                  <a:gd name="connsiteY124" fmla="*/ 39388 h 84574"/>
                  <a:gd name="connsiteX125" fmla="*/ 882959 w 1179211"/>
                  <a:gd name="connsiteY125" fmla="*/ 35280 h 84574"/>
                  <a:gd name="connsiteX126" fmla="*/ 889000 w 1179211"/>
                  <a:gd name="connsiteY126" fmla="*/ 33830 h 84574"/>
                  <a:gd name="connsiteX127" fmla="*/ 897699 w 1179211"/>
                  <a:gd name="connsiteY127" fmla="*/ 38179 h 84574"/>
                  <a:gd name="connsiteX128" fmla="*/ 910748 w 1179211"/>
                  <a:gd name="connsiteY128" fmla="*/ 58236 h 84574"/>
                  <a:gd name="connsiteX129" fmla="*/ 910748 w 1179211"/>
                  <a:gd name="connsiteY129" fmla="*/ 52678 h 84574"/>
                  <a:gd name="connsiteX130" fmla="*/ 909781 w 1179211"/>
                  <a:gd name="connsiteY130" fmla="*/ 43496 h 84574"/>
                  <a:gd name="connsiteX131" fmla="*/ 906157 w 1179211"/>
                  <a:gd name="connsiteY131" fmla="*/ 35280 h 84574"/>
                  <a:gd name="connsiteX132" fmla="*/ 899391 w 1179211"/>
                  <a:gd name="connsiteY132" fmla="*/ 29480 h 84574"/>
                  <a:gd name="connsiteX133" fmla="*/ 888759 w 1179211"/>
                  <a:gd name="connsiteY133" fmla="*/ 27306 h 84574"/>
                  <a:gd name="connsiteX134" fmla="*/ 878851 w 1179211"/>
                  <a:gd name="connsiteY134" fmla="*/ 29480 h 84574"/>
                  <a:gd name="connsiteX135" fmla="*/ 870877 w 1179211"/>
                  <a:gd name="connsiteY135" fmla="*/ 35521 h 84574"/>
                  <a:gd name="connsiteX136" fmla="*/ 865561 w 1179211"/>
                  <a:gd name="connsiteY136" fmla="*/ 44704 h 84574"/>
                  <a:gd name="connsiteX137" fmla="*/ 863628 w 1179211"/>
                  <a:gd name="connsiteY137" fmla="*/ 56544 h 84574"/>
                  <a:gd name="connsiteX138" fmla="*/ 870394 w 1179211"/>
                  <a:gd name="connsiteY138" fmla="*/ 78292 h 84574"/>
                  <a:gd name="connsiteX139" fmla="*/ 890208 w 1179211"/>
                  <a:gd name="connsiteY139" fmla="*/ 85783 h 84574"/>
                  <a:gd name="connsiteX140" fmla="*/ 902290 w 1179211"/>
                  <a:gd name="connsiteY140" fmla="*/ 83125 h 84574"/>
                  <a:gd name="connsiteX141" fmla="*/ 911956 w 1179211"/>
                  <a:gd name="connsiteY141" fmla="*/ 75151 h 84574"/>
                  <a:gd name="connsiteX142" fmla="*/ 908090 w 1179211"/>
                  <a:gd name="connsiteY142" fmla="*/ 71043 h 84574"/>
                  <a:gd name="connsiteX143" fmla="*/ 898666 w 1179211"/>
                  <a:gd name="connsiteY143" fmla="*/ 77567 h 84574"/>
                  <a:gd name="connsiteX144" fmla="*/ 890933 w 1179211"/>
                  <a:gd name="connsiteY144" fmla="*/ 79017 h 84574"/>
                  <a:gd name="connsiteX145" fmla="*/ 878368 w 1179211"/>
                  <a:gd name="connsiteY145" fmla="*/ 73701 h 84574"/>
                  <a:gd name="connsiteX146" fmla="*/ 873777 w 1179211"/>
                  <a:gd name="connsiteY146" fmla="*/ 58477 h 84574"/>
                  <a:gd name="connsiteX147" fmla="*/ 910748 w 1179211"/>
                  <a:gd name="connsiteY147" fmla="*/ 58477 h 84574"/>
                  <a:gd name="connsiteX148" fmla="*/ 848404 w 1179211"/>
                  <a:gd name="connsiteY148" fmla="*/ 61377 h 84574"/>
                  <a:gd name="connsiteX149" fmla="*/ 844296 w 1179211"/>
                  <a:gd name="connsiteY149" fmla="*/ 56544 h 84574"/>
                  <a:gd name="connsiteX150" fmla="*/ 838980 w 1179211"/>
                  <a:gd name="connsiteY150" fmla="*/ 53403 h 84574"/>
                  <a:gd name="connsiteX151" fmla="*/ 833181 w 1179211"/>
                  <a:gd name="connsiteY151" fmla="*/ 51470 h 84574"/>
                  <a:gd name="connsiteX152" fmla="*/ 824723 w 1179211"/>
                  <a:gd name="connsiteY152" fmla="*/ 47603 h 84574"/>
                  <a:gd name="connsiteX153" fmla="*/ 821582 w 1179211"/>
                  <a:gd name="connsiteY153" fmla="*/ 40837 h 84574"/>
                  <a:gd name="connsiteX154" fmla="*/ 824482 w 1179211"/>
                  <a:gd name="connsiteY154" fmla="*/ 35280 h 84574"/>
                  <a:gd name="connsiteX155" fmla="*/ 831731 w 1179211"/>
                  <a:gd name="connsiteY155" fmla="*/ 33105 h 84574"/>
                  <a:gd name="connsiteX156" fmla="*/ 838980 w 1179211"/>
                  <a:gd name="connsiteY156" fmla="*/ 34796 h 84574"/>
                  <a:gd name="connsiteX157" fmla="*/ 843572 w 1179211"/>
                  <a:gd name="connsiteY157" fmla="*/ 38421 h 84574"/>
                  <a:gd name="connsiteX158" fmla="*/ 848404 w 1179211"/>
                  <a:gd name="connsiteY158" fmla="*/ 32380 h 84574"/>
                  <a:gd name="connsiteX159" fmla="*/ 842605 w 1179211"/>
                  <a:gd name="connsiteY159" fmla="*/ 28997 h 84574"/>
                  <a:gd name="connsiteX160" fmla="*/ 832214 w 1179211"/>
                  <a:gd name="connsiteY160" fmla="*/ 27306 h 84574"/>
                  <a:gd name="connsiteX161" fmla="*/ 824723 w 1179211"/>
                  <a:gd name="connsiteY161" fmla="*/ 28272 h 84574"/>
                  <a:gd name="connsiteX162" fmla="*/ 818441 w 1179211"/>
                  <a:gd name="connsiteY162" fmla="*/ 31172 h 84574"/>
                  <a:gd name="connsiteX163" fmla="*/ 814091 w 1179211"/>
                  <a:gd name="connsiteY163" fmla="*/ 36005 h 84574"/>
                  <a:gd name="connsiteX164" fmla="*/ 812400 w 1179211"/>
                  <a:gd name="connsiteY164" fmla="*/ 42771 h 84574"/>
                  <a:gd name="connsiteX165" fmla="*/ 813850 w 1179211"/>
                  <a:gd name="connsiteY165" fmla="*/ 50020 h 84574"/>
                  <a:gd name="connsiteX166" fmla="*/ 817716 w 1179211"/>
                  <a:gd name="connsiteY166" fmla="*/ 54853 h 84574"/>
                  <a:gd name="connsiteX167" fmla="*/ 822790 w 1179211"/>
                  <a:gd name="connsiteY167" fmla="*/ 57752 h 84574"/>
                  <a:gd name="connsiteX168" fmla="*/ 828106 w 1179211"/>
                  <a:gd name="connsiteY168" fmla="*/ 59686 h 84574"/>
                  <a:gd name="connsiteX169" fmla="*/ 836564 w 1179211"/>
                  <a:gd name="connsiteY169" fmla="*/ 63310 h 84574"/>
                  <a:gd name="connsiteX170" fmla="*/ 839705 w 1179211"/>
                  <a:gd name="connsiteY170" fmla="*/ 70559 h 84574"/>
                  <a:gd name="connsiteX171" fmla="*/ 837047 w 1179211"/>
                  <a:gd name="connsiteY171" fmla="*/ 77325 h 84574"/>
                  <a:gd name="connsiteX172" fmla="*/ 829556 w 1179211"/>
                  <a:gd name="connsiteY172" fmla="*/ 79742 h 84574"/>
                  <a:gd name="connsiteX173" fmla="*/ 824723 w 1179211"/>
                  <a:gd name="connsiteY173" fmla="*/ 79017 h 84574"/>
                  <a:gd name="connsiteX174" fmla="*/ 820616 w 1179211"/>
                  <a:gd name="connsiteY174" fmla="*/ 76842 h 84574"/>
                  <a:gd name="connsiteX175" fmla="*/ 817233 w 1179211"/>
                  <a:gd name="connsiteY175" fmla="*/ 74184 h 84574"/>
                  <a:gd name="connsiteX176" fmla="*/ 814816 w 1179211"/>
                  <a:gd name="connsiteY176" fmla="*/ 71768 h 84574"/>
                  <a:gd name="connsiteX177" fmla="*/ 809983 w 1179211"/>
                  <a:gd name="connsiteY177" fmla="*/ 79500 h 84574"/>
                  <a:gd name="connsiteX178" fmla="*/ 829073 w 1179211"/>
                  <a:gd name="connsiteY178" fmla="*/ 85783 h 84574"/>
                  <a:gd name="connsiteX179" fmla="*/ 836806 w 1179211"/>
                  <a:gd name="connsiteY179" fmla="*/ 84575 h 84574"/>
                  <a:gd name="connsiteX180" fmla="*/ 843088 w 1179211"/>
                  <a:gd name="connsiteY180" fmla="*/ 81192 h 84574"/>
                  <a:gd name="connsiteX181" fmla="*/ 847438 w 1179211"/>
                  <a:gd name="connsiteY181" fmla="*/ 75634 h 84574"/>
                  <a:gd name="connsiteX182" fmla="*/ 849129 w 1179211"/>
                  <a:gd name="connsiteY182" fmla="*/ 68143 h 84574"/>
                  <a:gd name="connsiteX183" fmla="*/ 848404 w 1179211"/>
                  <a:gd name="connsiteY183" fmla="*/ 61377 h 84574"/>
                  <a:gd name="connsiteX184" fmla="*/ 796693 w 1179211"/>
                  <a:gd name="connsiteY184" fmla="*/ 61377 h 84574"/>
                  <a:gd name="connsiteX185" fmla="*/ 792585 w 1179211"/>
                  <a:gd name="connsiteY185" fmla="*/ 56544 h 84574"/>
                  <a:gd name="connsiteX186" fmla="*/ 787269 w 1179211"/>
                  <a:gd name="connsiteY186" fmla="*/ 53403 h 84574"/>
                  <a:gd name="connsiteX187" fmla="*/ 781470 w 1179211"/>
                  <a:gd name="connsiteY187" fmla="*/ 51470 h 84574"/>
                  <a:gd name="connsiteX188" fmla="*/ 773012 w 1179211"/>
                  <a:gd name="connsiteY188" fmla="*/ 47603 h 84574"/>
                  <a:gd name="connsiteX189" fmla="*/ 769871 w 1179211"/>
                  <a:gd name="connsiteY189" fmla="*/ 40837 h 84574"/>
                  <a:gd name="connsiteX190" fmla="*/ 772770 w 1179211"/>
                  <a:gd name="connsiteY190" fmla="*/ 35280 h 84574"/>
                  <a:gd name="connsiteX191" fmla="*/ 780020 w 1179211"/>
                  <a:gd name="connsiteY191" fmla="*/ 33105 h 84574"/>
                  <a:gd name="connsiteX192" fmla="*/ 787269 w 1179211"/>
                  <a:gd name="connsiteY192" fmla="*/ 34796 h 84574"/>
                  <a:gd name="connsiteX193" fmla="*/ 791860 w 1179211"/>
                  <a:gd name="connsiteY193" fmla="*/ 38421 h 84574"/>
                  <a:gd name="connsiteX194" fmla="*/ 796693 w 1179211"/>
                  <a:gd name="connsiteY194" fmla="*/ 32380 h 84574"/>
                  <a:gd name="connsiteX195" fmla="*/ 790894 w 1179211"/>
                  <a:gd name="connsiteY195" fmla="*/ 28997 h 84574"/>
                  <a:gd name="connsiteX196" fmla="*/ 780503 w 1179211"/>
                  <a:gd name="connsiteY196" fmla="*/ 27306 h 84574"/>
                  <a:gd name="connsiteX197" fmla="*/ 773012 w 1179211"/>
                  <a:gd name="connsiteY197" fmla="*/ 28272 h 84574"/>
                  <a:gd name="connsiteX198" fmla="*/ 766729 w 1179211"/>
                  <a:gd name="connsiteY198" fmla="*/ 31172 h 84574"/>
                  <a:gd name="connsiteX199" fmla="*/ 762380 w 1179211"/>
                  <a:gd name="connsiteY199" fmla="*/ 36005 h 84574"/>
                  <a:gd name="connsiteX200" fmla="*/ 760688 w 1179211"/>
                  <a:gd name="connsiteY200" fmla="*/ 42771 h 84574"/>
                  <a:gd name="connsiteX201" fmla="*/ 762138 w 1179211"/>
                  <a:gd name="connsiteY201" fmla="*/ 50020 h 84574"/>
                  <a:gd name="connsiteX202" fmla="*/ 766005 w 1179211"/>
                  <a:gd name="connsiteY202" fmla="*/ 54853 h 84574"/>
                  <a:gd name="connsiteX203" fmla="*/ 771079 w 1179211"/>
                  <a:gd name="connsiteY203" fmla="*/ 57752 h 84574"/>
                  <a:gd name="connsiteX204" fmla="*/ 776395 w 1179211"/>
                  <a:gd name="connsiteY204" fmla="*/ 59686 h 84574"/>
                  <a:gd name="connsiteX205" fmla="*/ 784853 w 1179211"/>
                  <a:gd name="connsiteY205" fmla="*/ 63310 h 84574"/>
                  <a:gd name="connsiteX206" fmla="*/ 787994 w 1179211"/>
                  <a:gd name="connsiteY206" fmla="*/ 70559 h 84574"/>
                  <a:gd name="connsiteX207" fmla="*/ 785336 w 1179211"/>
                  <a:gd name="connsiteY207" fmla="*/ 77325 h 84574"/>
                  <a:gd name="connsiteX208" fmla="*/ 777845 w 1179211"/>
                  <a:gd name="connsiteY208" fmla="*/ 79742 h 84574"/>
                  <a:gd name="connsiteX209" fmla="*/ 773012 w 1179211"/>
                  <a:gd name="connsiteY209" fmla="*/ 79017 h 84574"/>
                  <a:gd name="connsiteX210" fmla="*/ 768904 w 1179211"/>
                  <a:gd name="connsiteY210" fmla="*/ 76842 h 84574"/>
                  <a:gd name="connsiteX211" fmla="*/ 765521 w 1179211"/>
                  <a:gd name="connsiteY211" fmla="*/ 74184 h 84574"/>
                  <a:gd name="connsiteX212" fmla="*/ 763105 w 1179211"/>
                  <a:gd name="connsiteY212" fmla="*/ 71768 h 84574"/>
                  <a:gd name="connsiteX213" fmla="*/ 758272 w 1179211"/>
                  <a:gd name="connsiteY213" fmla="*/ 79500 h 84574"/>
                  <a:gd name="connsiteX214" fmla="*/ 777362 w 1179211"/>
                  <a:gd name="connsiteY214" fmla="*/ 85783 h 84574"/>
                  <a:gd name="connsiteX215" fmla="*/ 785094 w 1179211"/>
                  <a:gd name="connsiteY215" fmla="*/ 84575 h 84574"/>
                  <a:gd name="connsiteX216" fmla="*/ 791377 w 1179211"/>
                  <a:gd name="connsiteY216" fmla="*/ 81192 h 84574"/>
                  <a:gd name="connsiteX217" fmla="*/ 795726 w 1179211"/>
                  <a:gd name="connsiteY217" fmla="*/ 75634 h 84574"/>
                  <a:gd name="connsiteX218" fmla="*/ 797418 w 1179211"/>
                  <a:gd name="connsiteY218" fmla="*/ 68143 h 84574"/>
                  <a:gd name="connsiteX219" fmla="*/ 796693 w 1179211"/>
                  <a:gd name="connsiteY219" fmla="*/ 61377 h 84574"/>
                  <a:gd name="connsiteX220" fmla="*/ 711393 w 1179211"/>
                  <a:gd name="connsiteY220" fmla="*/ 6041 h 84574"/>
                  <a:gd name="connsiteX221" fmla="*/ 707286 w 1179211"/>
                  <a:gd name="connsiteY221" fmla="*/ 4350 h 84574"/>
                  <a:gd name="connsiteX222" fmla="*/ 703178 w 1179211"/>
                  <a:gd name="connsiteY222" fmla="*/ 6041 h 84574"/>
                  <a:gd name="connsiteX223" fmla="*/ 701486 w 1179211"/>
                  <a:gd name="connsiteY223" fmla="*/ 9907 h 84574"/>
                  <a:gd name="connsiteX224" fmla="*/ 703178 w 1179211"/>
                  <a:gd name="connsiteY224" fmla="*/ 13774 h 84574"/>
                  <a:gd name="connsiteX225" fmla="*/ 707286 w 1179211"/>
                  <a:gd name="connsiteY225" fmla="*/ 15465 h 84574"/>
                  <a:gd name="connsiteX226" fmla="*/ 711393 w 1179211"/>
                  <a:gd name="connsiteY226" fmla="*/ 13774 h 84574"/>
                  <a:gd name="connsiteX227" fmla="*/ 713085 w 1179211"/>
                  <a:gd name="connsiteY227" fmla="*/ 9907 h 84574"/>
                  <a:gd name="connsiteX228" fmla="*/ 711393 w 1179211"/>
                  <a:gd name="connsiteY228" fmla="*/ 6041 h 84574"/>
                  <a:gd name="connsiteX229" fmla="*/ 734833 w 1179211"/>
                  <a:gd name="connsiteY229" fmla="*/ 6041 h 84574"/>
                  <a:gd name="connsiteX230" fmla="*/ 730725 w 1179211"/>
                  <a:gd name="connsiteY230" fmla="*/ 4350 h 84574"/>
                  <a:gd name="connsiteX231" fmla="*/ 726617 w 1179211"/>
                  <a:gd name="connsiteY231" fmla="*/ 6041 h 84574"/>
                  <a:gd name="connsiteX232" fmla="*/ 724925 w 1179211"/>
                  <a:gd name="connsiteY232" fmla="*/ 9907 h 84574"/>
                  <a:gd name="connsiteX233" fmla="*/ 726617 w 1179211"/>
                  <a:gd name="connsiteY233" fmla="*/ 13774 h 84574"/>
                  <a:gd name="connsiteX234" fmla="*/ 730725 w 1179211"/>
                  <a:gd name="connsiteY234" fmla="*/ 15465 h 84574"/>
                  <a:gd name="connsiteX235" fmla="*/ 734833 w 1179211"/>
                  <a:gd name="connsiteY235" fmla="*/ 13774 h 84574"/>
                  <a:gd name="connsiteX236" fmla="*/ 736524 w 1179211"/>
                  <a:gd name="connsiteY236" fmla="*/ 9907 h 84574"/>
                  <a:gd name="connsiteX237" fmla="*/ 734833 w 1179211"/>
                  <a:gd name="connsiteY237" fmla="*/ 6041 h 84574"/>
                  <a:gd name="connsiteX238" fmla="*/ 695445 w 1179211"/>
                  <a:gd name="connsiteY238" fmla="*/ 28997 h 84574"/>
                  <a:gd name="connsiteX239" fmla="*/ 695445 w 1179211"/>
                  <a:gd name="connsiteY239" fmla="*/ 63552 h 84574"/>
                  <a:gd name="connsiteX240" fmla="*/ 695928 w 1179211"/>
                  <a:gd name="connsiteY240" fmla="*/ 72009 h 84574"/>
                  <a:gd name="connsiteX241" fmla="*/ 698103 w 1179211"/>
                  <a:gd name="connsiteY241" fmla="*/ 79017 h 84574"/>
                  <a:gd name="connsiteX242" fmla="*/ 703903 w 1179211"/>
                  <a:gd name="connsiteY242" fmla="*/ 83850 h 84574"/>
                  <a:gd name="connsiteX243" fmla="*/ 714535 w 1179211"/>
                  <a:gd name="connsiteY243" fmla="*/ 85783 h 84574"/>
                  <a:gd name="connsiteX244" fmla="*/ 722026 w 1179211"/>
                  <a:gd name="connsiteY244" fmla="*/ 84575 h 84574"/>
                  <a:gd name="connsiteX245" fmla="*/ 727342 w 1179211"/>
                  <a:gd name="connsiteY245" fmla="*/ 81433 h 84574"/>
                  <a:gd name="connsiteX246" fmla="*/ 730725 w 1179211"/>
                  <a:gd name="connsiteY246" fmla="*/ 77809 h 84574"/>
                  <a:gd name="connsiteX247" fmla="*/ 732658 w 1179211"/>
                  <a:gd name="connsiteY247" fmla="*/ 75151 h 84574"/>
                  <a:gd name="connsiteX248" fmla="*/ 733866 w 1179211"/>
                  <a:gd name="connsiteY248" fmla="*/ 84575 h 84574"/>
                  <a:gd name="connsiteX249" fmla="*/ 743290 w 1179211"/>
                  <a:gd name="connsiteY249" fmla="*/ 83608 h 84574"/>
                  <a:gd name="connsiteX250" fmla="*/ 743049 w 1179211"/>
                  <a:gd name="connsiteY250" fmla="*/ 81433 h 84574"/>
                  <a:gd name="connsiteX251" fmla="*/ 742565 w 1179211"/>
                  <a:gd name="connsiteY251" fmla="*/ 77809 h 84574"/>
                  <a:gd name="connsiteX252" fmla="*/ 742324 w 1179211"/>
                  <a:gd name="connsiteY252" fmla="*/ 73701 h 84574"/>
                  <a:gd name="connsiteX253" fmla="*/ 742082 w 1179211"/>
                  <a:gd name="connsiteY253" fmla="*/ 69593 h 84574"/>
                  <a:gd name="connsiteX254" fmla="*/ 742082 w 1179211"/>
                  <a:gd name="connsiteY254" fmla="*/ 28755 h 84574"/>
                  <a:gd name="connsiteX255" fmla="*/ 732175 w 1179211"/>
                  <a:gd name="connsiteY255" fmla="*/ 28755 h 84574"/>
                  <a:gd name="connsiteX256" fmla="*/ 732175 w 1179211"/>
                  <a:gd name="connsiteY256" fmla="*/ 59686 h 84574"/>
                  <a:gd name="connsiteX257" fmla="*/ 730966 w 1179211"/>
                  <a:gd name="connsiteY257" fmla="*/ 66935 h 84574"/>
                  <a:gd name="connsiteX258" fmla="*/ 727583 w 1179211"/>
                  <a:gd name="connsiteY258" fmla="*/ 72734 h 84574"/>
                  <a:gd name="connsiteX259" fmla="*/ 722751 w 1179211"/>
                  <a:gd name="connsiteY259" fmla="*/ 76600 h 84574"/>
                  <a:gd name="connsiteX260" fmla="*/ 716468 w 1179211"/>
                  <a:gd name="connsiteY260" fmla="*/ 78050 h 84574"/>
                  <a:gd name="connsiteX261" fmla="*/ 710427 w 1179211"/>
                  <a:gd name="connsiteY261" fmla="*/ 77084 h 84574"/>
                  <a:gd name="connsiteX262" fmla="*/ 706802 w 1179211"/>
                  <a:gd name="connsiteY262" fmla="*/ 74184 h 84574"/>
                  <a:gd name="connsiteX263" fmla="*/ 705111 w 1179211"/>
                  <a:gd name="connsiteY263" fmla="*/ 69593 h 84574"/>
                  <a:gd name="connsiteX264" fmla="*/ 704628 w 1179211"/>
                  <a:gd name="connsiteY264" fmla="*/ 63310 h 84574"/>
                  <a:gd name="connsiteX265" fmla="*/ 704628 w 1179211"/>
                  <a:gd name="connsiteY265" fmla="*/ 28755 h 84574"/>
                  <a:gd name="connsiteX266" fmla="*/ 695445 w 1179211"/>
                  <a:gd name="connsiteY266" fmla="*/ 28755 h 84574"/>
                  <a:gd name="connsiteX267" fmla="*/ 664515 w 1179211"/>
                  <a:gd name="connsiteY267" fmla="*/ 60894 h 84574"/>
                  <a:gd name="connsiteX268" fmla="*/ 657991 w 1179211"/>
                  <a:gd name="connsiteY268" fmla="*/ 71284 h 84574"/>
                  <a:gd name="connsiteX269" fmla="*/ 648325 w 1179211"/>
                  <a:gd name="connsiteY269" fmla="*/ 76600 h 84574"/>
                  <a:gd name="connsiteX270" fmla="*/ 636726 w 1179211"/>
                  <a:gd name="connsiteY270" fmla="*/ 78050 h 84574"/>
                  <a:gd name="connsiteX271" fmla="*/ 631893 w 1179211"/>
                  <a:gd name="connsiteY271" fmla="*/ 77809 h 84574"/>
                  <a:gd name="connsiteX272" fmla="*/ 626577 w 1179211"/>
                  <a:gd name="connsiteY272" fmla="*/ 77325 h 84574"/>
                  <a:gd name="connsiteX273" fmla="*/ 626577 w 1179211"/>
                  <a:gd name="connsiteY273" fmla="*/ 10874 h 84574"/>
                  <a:gd name="connsiteX274" fmla="*/ 630927 w 1179211"/>
                  <a:gd name="connsiteY274" fmla="*/ 10632 h 84574"/>
                  <a:gd name="connsiteX275" fmla="*/ 635276 w 1179211"/>
                  <a:gd name="connsiteY275" fmla="*/ 10632 h 84574"/>
                  <a:gd name="connsiteX276" fmla="*/ 659440 w 1179211"/>
                  <a:gd name="connsiteY276" fmla="*/ 18848 h 84574"/>
                  <a:gd name="connsiteX277" fmla="*/ 666931 w 1179211"/>
                  <a:gd name="connsiteY277" fmla="*/ 44220 h 84574"/>
                  <a:gd name="connsiteX278" fmla="*/ 664515 w 1179211"/>
                  <a:gd name="connsiteY278" fmla="*/ 60894 h 84574"/>
                  <a:gd name="connsiteX279" fmla="*/ 675389 w 1179211"/>
                  <a:gd name="connsiteY279" fmla="*/ 25856 h 84574"/>
                  <a:gd name="connsiteX280" fmla="*/ 667173 w 1179211"/>
                  <a:gd name="connsiteY280" fmla="*/ 13774 h 84574"/>
                  <a:gd name="connsiteX281" fmla="*/ 654366 w 1179211"/>
                  <a:gd name="connsiteY281" fmla="*/ 6524 h 84574"/>
                  <a:gd name="connsiteX282" fmla="*/ 637451 w 1179211"/>
                  <a:gd name="connsiteY282" fmla="*/ 4108 h 84574"/>
                  <a:gd name="connsiteX283" fmla="*/ 631168 w 1179211"/>
                  <a:gd name="connsiteY283" fmla="*/ 4108 h 84574"/>
                  <a:gd name="connsiteX284" fmla="*/ 627060 w 1179211"/>
                  <a:gd name="connsiteY284" fmla="*/ 4350 h 84574"/>
                  <a:gd name="connsiteX285" fmla="*/ 622953 w 1179211"/>
                  <a:gd name="connsiteY285" fmla="*/ 4350 h 84574"/>
                  <a:gd name="connsiteX286" fmla="*/ 616670 w 1179211"/>
                  <a:gd name="connsiteY286" fmla="*/ 4591 h 84574"/>
                  <a:gd name="connsiteX287" fmla="*/ 616670 w 1179211"/>
                  <a:gd name="connsiteY287" fmla="*/ 84091 h 84574"/>
                  <a:gd name="connsiteX288" fmla="*/ 625611 w 1179211"/>
                  <a:gd name="connsiteY288" fmla="*/ 84333 h 84574"/>
                  <a:gd name="connsiteX289" fmla="*/ 637209 w 1179211"/>
                  <a:gd name="connsiteY289" fmla="*/ 84575 h 84574"/>
                  <a:gd name="connsiteX290" fmla="*/ 650741 w 1179211"/>
                  <a:gd name="connsiteY290" fmla="*/ 82883 h 84574"/>
                  <a:gd name="connsiteX291" fmla="*/ 664032 w 1179211"/>
                  <a:gd name="connsiteY291" fmla="*/ 76842 h 84574"/>
                  <a:gd name="connsiteX292" fmla="*/ 674181 w 1179211"/>
                  <a:gd name="connsiteY292" fmla="*/ 64518 h 84574"/>
                  <a:gd name="connsiteX293" fmla="*/ 678289 w 1179211"/>
                  <a:gd name="connsiteY293" fmla="*/ 43979 h 84574"/>
                  <a:gd name="connsiteX294" fmla="*/ 675389 w 1179211"/>
                  <a:gd name="connsiteY294" fmla="*/ 25856 h 84574"/>
                  <a:gd name="connsiteX295" fmla="*/ 562059 w 1179211"/>
                  <a:gd name="connsiteY295" fmla="*/ 77325 h 84574"/>
                  <a:gd name="connsiteX296" fmla="*/ 558918 w 1179211"/>
                  <a:gd name="connsiteY296" fmla="*/ 78534 h 84574"/>
                  <a:gd name="connsiteX297" fmla="*/ 555776 w 1179211"/>
                  <a:gd name="connsiteY297" fmla="*/ 79017 h 84574"/>
                  <a:gd name="connsiteX298" fmla="*/ 553360 w 1179211"/>
                  <a:gd name="connsiteY298" fmla="*/ 78534 h 84574"/>
                  <a:gd name="connsiteX299" fmla="*/ 551185 w 1179211"/>
                  <a:gd name="connsiteY299" fmla="*/ 77567 h 84574"/>
                  <a:gd name="connsiteX300" fmla="*/ 549010 w 1179211"/>
                  <a:gd name="connsiteY300" fmla="*/ 74184 h 84574"/>
                  <a:gd name="connsiteX301" fmla="*/ 548769 w 1179211"/>
                  <a:gd name="connsiteY301" fmla="*/ 67901 h 84574"/>
                  <a:gd name="connsiteX302" fmla="*/ 548769 w 1179211"/>
                  <a:gd name="connsiteY302" fmla="*/ 35280 h 84574"/>
                  <a:gd name="connsiteX303" fmla="*/ 561817 w 1179211"/>
                  <a:gd name="connsiteY303" fmla="*/ 35280 h 84574"/>
                  <a:gd name="connsiteX304" fmla="*/ 561817 w 1179211"/>
                  <a:gd name="connsiteY304" fmla="*/ 28997 h 84574"/>
                  <a:gd name="connsiteX305" fmla="*/ 548769 w 1179211"/>
                  <a:gd name="connsiteY305" fmla="*/ 28997 h 84574"/>
                  <a:gd name="connsiteX306" fmla="*/ 548769 w 1179211"/>
                  <a:gd name="connsiteY306" fmla="*/ 12807 h 84574"/>
                  <a:gd name="connsiteX307" fmla="*/ 539103 w 1179211"/>
                  <a:gd name="connsiteY307" fmla="*/ 14982 h 84574"/>
                  <a:gd name="connsiteX308" fmla="*/ 539103 w 1179211"/>
                  <a:gd name="connsiteY308" fmla="*/ 28997 h 84574"/>
                  <a:gd name="connsiteX309" fmla="*/ 529679 w 1179211"/>
                  <a:gd name="connsiteY309" fmla="*/ 28997 h 84574"/>
                  <a:gd name="connsiteX310" fmla="*/ 529679 w 1179211"/>
                  <a:gd name="connsiteY310" fmla="*/ 35280 h 84574"/>
                  <a:gd name="connsiteX311" fmla="*/ 539103 w 1179211"/>
                  <a:gd name="connsiteY311" fmla="*/ 35280 h 84574"/>
                  <a:gd name="connsiteX312" fmla="*/ 539103 w 1179211"/>
                  <a:gd name="connsiteY312" fmla="*/ 68868 h 84574"/>
                  <a:gd name="connsiteX313" fmla="*/ 539345 w 1179211"/>
                  <a:gd name="connsiteY313" fmla="*/ 76117 h 84574"/>
                  <a:gd name="connsiteX314" fmla="*/ 541278 w 1179211"/>
                  <a:gd name="connsiteY314" fmla="*/ 81433 h 84574"/>
                  <a:gd name="connsiteX315" fmla="*/ 545869 w 1179211"/>
                  <a:gd name="connsiteY315" fmla="*/ 84816 h 84574"/>
                  <a:gd name="connsiteX316" fmla="*/ 551910 w 1179211"/>
                  <a:gd name="connsiteY316" fmla="*/ 85783 h 84574"/>
                  <a:gd name="connsiteX317" fmla="*/ 558434 w 1179211"/>
                  <a:gd name="connsiteY317" fmla="*/ 84816 h 84574"/>
                  <a:gd name="connsiteX318" fmla="*/ 563992 w 1179211"/>
                  <a:gd name="connsiteY318" fmla="*/ 82158 h 84574"/>
                  <a:gd name="connsiteX319" fmla="*/ 562059 w 1179211"/>
                  <a:gd name="connsiteY319" fmla="*/ 77325 h 84574"/>
                  <a:gd name="connsiteX320" fmla="*/ 487392 w 1179211"/>
                  <a:gd name="connsiteY320" fmla="*/ 6041 h 84574"/>
                  <a:gd name="connsiteX321" fmla="*/ 483284 w 1179211"/>
                  <a:gd name="connsiteY321" fmla="*/ 4350 h 84574"/>
                  <a:gd name="connsiteX322" fmla="*/ 479176 w 1179211"/>
                  <a:gd name="connsiteY322" fmla="*/ 6041 h 84574"/>
                  <a:gd name="connsiteX323" fmla="*/ 477484 w 1179211"/>
                  <a:gd name="connsiteY323" fmla="*/ 9907 h 84574"/>
                  <a:gd name="connsiteX324" fmla="*/ 479176 w 1179211"/>
                  <a:gd name="connsiteY324" fmla="*/ 13774 h 84574"/>
                  <a:gd name="connsiteX325" fmla="*/ 483284 w 1179211"/>
                  <a:gd name="connsiteY325" fmla="*/ 15465 h 84574"/>
                  <a:gd name="connsiteX326" fmla="*/ 487392 w 1179211"/>
                  <a:gd name="connsiteY326" fmla="*/ 13774 h 84574"/>
                  <a:gd name="connsiteX327" fmla="*/ 489083 w 1179211"/>
                  <a:gd name="connsiteY327" fmla="*/ 9907 h 84574"/>
                  <a:gd name="connsiteX328" fmla="*/ 487392 w 1179211"/>
                  <a:gd name="connsiteY328" fmla="*/ 6041 h 84574"/>
                  <a:gd name="connsiteX329" fmla="*/ 510589 w 1179211"/>
                  <a:gd name="connsiteY329" fmla="*/ 6041 h 84574"/>
                  <a:gd name="connsiteX330" fmla="*/ 506481 w 1179211"/>
                  <a:gd name="connsiteY330" fmla="*/ 4350 h 84574"/>
                  <a:gd name="connsiteX331" fmla="*/ 502373 w 1179211"/>
                  <a:gd name="connsiteY331" fmla="*/ 6041 h 84574"/>
                  <a:gd name="connsiteX332" fmla="*/ 500682 w 1179211"/>
                  <a:gd name="connsiteY332" fmla="*/ 9907 h 84574"/>
                  <a:gd name="connsiteX333" fmla="*/ 502373 w 1179211"/>
                  <a:gd name="connsiteY333" fmla="*/ 13774 h 84574"/>
                  <a:gd name="connsiteX334" fmla="*/ 506481 w 1179211"/>
                  <a:gd name="connsiteY334" fmla="*/ 15465 h 84574"/>
                  <a:gd name="connsiteX335" fmla="*/ 510589 w 1179211"/>
                  <a:gd name="connsiteY335" fmla="*/ 13774 h 84574"/>
                  <a:gd name="connsiteX336" fmla="*/ 512281 w 1179211"/>
                  <a:gd name="connsiteY336" fmla="*/ 9907 h 84574"/>
                  <a:gd name="connsiteX337" fmla="*/ 510589 w 1179211"/>
                  <a:gd name="connsiteY337" fmla="*/ 6041 h 84574"/>
                  <a:gd name="connsiteX338" fmla="*/ 504548 w 1179211"/>
                  <a:gd name="connsiteY338" fmla="*/ 62827 h 84574"/>
                  <a:gd name="connsiteX339" fmla="*/ 504306 w 1179211"/>
                  <a:gd name="connsiteY339" fmla="*/ 67660 h 84574"/>
                  <a:gd name="connsiteX340" fmla="*/ 502373 w 1179211"/>
                  <a:gd name="connsiteY340" fmla="*/ 72976 h 84574"/>
                  <a:gd name="connsiteX341" fmla="*/ 498990 w 1179211"/>
                  <a:gd name="connsiteY341" fmla="*/ 76600 h 84574"/>
                  <a:gd name="connsiteX342" fmla="*/ 495124 w 1179211"/>
                  <a:gd name="connsiteY342" fmla="*/ 78534 h 84574"/>
                  <a:gd name="connsiteX343" fmla="*/ 491741 w 1179211"/>
                  <a:gd name="connsiteY343" fmla="*/ 79017 h 84574"/>
                  <a:gd name="connsiteX344" fmla="*/ 488116 w 1179211"/>
                  <a:gd name="connsiteY344" fmla="*/ 78534 h 84574"/>
                  <a:gd name="connsiteX345" fmla="*/ 484975 w 1179211"/>
                  <a:gd name="connsiteY345" fmla="*/ 76842 h 84574"/>
                  <a:gd name="connsiteX346" fmla="*/ 482800 w 1179211"/>
                  <a:gd name="connsiteY346" fmla="*/ 73942 h 84574"/>
                  <a:gd name="connsiteX347" fmla="*/ 482075 w 1179211"/>
                  <a:gd name="connsiteY347" fmla="*/ 69351 h 84574"/>
                  <a:gd name="connsiteX348" fmla="*/ 483284 w 1179211"/>
                  <a:gd name="connsiteY348" fmla="*/ 64760 h 84574"/>
                  <a:gd name="connsiteX349" fmla="*/ 486183 w 1179211"/>
                  <a:gd name="connsiteY349" fmla="*/ 61619 h 84574"/>
                  <a:gd name="connsiteX350" fmla="*/ 489566 w 1179211"/>
                  <a:gd name="connsiteY350" fmla="*/ 59686 h 84574"/>
                  <a:gd name="connsiteX351" fmla="*/ 492708 w 1179211"/>
                  <a:gd name="connsiteY351" fmla="*/ 58719 h 84574"/>
                  <a:gd name="connsiteX352" fmla="*/ 496091 w 1179211"/>
                  <a:gd name="connsiteY352" fmla="*/ 58236 h 84574"/>
                  <a:gd name="connsiteX353" fmla="*/ 499715 w 1179211"/>
                  <a:gd name="connsiteY353" fmla="*/ 57994 h 84574"/>
                  <a:gd name="connsiteX354" fmla="*/ 502857 w 1179211"/>
                  <a:gd name="connsiteY354" fmla="*/ 57752 h 84574"/>
                  <a:gd name="connsiteX355" fmla="*/ 505031 w 1179211"/>
                  <a:gd name="connsiteY355" fmla="*/ 57752 h 84574"/>
                  <a:gd name="connsiteX356" fmla="*/ 504548 w 1179211"/>
                  <a:gd name="connsiteY356" fmla="*/ 62827 h 84574"/>
                  <a:gd name="connsiteX357" fmla="*/ 522188 w 1179211"/>
                  <a:gd name="connsiteY357" fmla="*/ 78292 h 84574"/>
                  <a:gd name="connsiteX358" fmla="*/ 517838 w 1179211"/>
                  <a:gd name="connsiteY358" fmla="*/ 79017 h 84574"/>
                  <a:gd name="connsiteX359" fmla="*/ 514939 w 1179211"/>
                  <a:gd name="connsiteY359" fmla="*/ 77809 h 84574"/>
                  <a:gd name="connsiteX360" fmla="*/ 513972 w 1179211"/>
                  <a:gd name="connsiteY360" fmla="*/ 72734 h 84574"/>
                  <a:gd name="connsiteX361" fmla="*/ 513972 w 1179211"/>
                  <a:gd name="connsiteY361" fmla="*/ 43496 h 84574"/>
                  <a:gd name="connsiteX362" fmla="*/ 513972 w 1179211"/>
                  <a:gd name="connsiteY362" fmla="*/ 40354 h 84574"/>
                  <a:gd name="connsiteX363" fmla="*/ 513489 w 1179211"/>
                  <a:gd name="connsiteY363" fmla="*/ 36971 h 84574"/>
                  <a:gd name="connsiteX364" fmla="*/ 512281 w 1179211"/>
                  <a:gd name="connsiteY364" fmla="*/ 33830 h 84574"/>
                  <a:gd name="connsiteX365" fmla="*/ 509864 w 1179211"/>
                  <a:gd name="connsiteY365" fmla="*/ 31172 h 84574"/>
                  <a:gd name="connsiteX366" fmla="*/ 502615 w 1179211"/>
                  <a:gd name="connsiteY366" fmla="*/ 27789 h 84574"/>
                  <a:gd name="connsiteX367" fmla="*/ 494882 w 1179211"/>
                  <a:gd name="connsiteY367" fmla="*/ 27064 h 84574"/>
                  <a:gd name="connsiteX368" fmla="*/ 488116 w 1179211"/>
                  <a:gd name="connsiteY368" fmla="*/ 27789 h 84574"/>
                  <a:gd name="connsiteX369" fmla="*/ 482075 w 1179211"/>
                  <a:gd name="connsiteY369" fmla="*/ 29964 h 84574"/>
                  <a:gd name="connsiteX370" fmla="*/ 477243 w 1179211"/>
                  <a:gd name="connsiteY370" fmla="*/ 33830 h 84574"/>
                  <a:gd name="connsiteX371" fmla="*/ 474584 w 1179211"/>
                  <a:gd name="connsiteY371" fmla="*/ 40113 h 84574"/>
                  <a:gd name="connsiteX372" fmla="*/ 482317 w 1179211"/>
                  <a:gd name="connsiteY372" fmla="*/ 42529 h 84574"/>
                  <a:gd name="connsiteX373" fmla="*/ 483284 w 1179211"/>
                  <a:gd name="connsiteY373" fmla="*/ 38904 h 84574"/>
                  <a:gd name="connsiteX374" fmla="*/ 485217 w 1179211"/>
                  <a:gd name="connsiteY374" fmla="*/ 36005 h 84574"/>
                  <a:gd name="connsiteX375" fmla="*/ 488600 w 1179211"/>
                  <a:gd name="connsiteY375" fmla="*/ 33830 h 84574"/>
                  <a:gd name="connsiteX376" fmla="*/ 493916 w 1179211"/>
                  <a:gd name="connsiteY376" fmla="*/ 33105 h 84574"/>
                  <a:gd name="connsiteX377" fmla="*/ 497299 w 1179211"/>
                  <a:gd name="connsiteY377" fmla="*/ 33347 h 84574"/>
                  <a:gd name="connsiteX378" fmla="*/ 500440 w 1179211"/>
                  <a:gd name="connsiteY378" fmla="*/ 34313 h 84574"/>
                  <a:gd name="connsiteX379" fmla="*/ 503582 w 1179211"/>
                  <a:gd name="connsiteY379" fmla="*/ 37213 h 84574"/>
                  <a:gd name="connsiteX380" fmla="*/ 504548 w 1179211"/>
                  <a:gd name="connsiteY380" fmla="*/ 42287 h 84574"/>
                  <a:gd name="connsiteX381" fmla="*/ 504548 w 1179211"/>
                  <a:gd name="connsiteY381" fmla="*/ 51711 h 84574"/>
                  <a:gd name="connsiteX382" fmla="*/ 497057 w 1179211"/>
                  <a:gd name="connsiteY382" fmla="*/ 51953 h 84574"/>
                  <a:gd name="connsiteX383" fmla="*/ 491016 w 1179211"/>
                  <a:gd name="connsiteY383" fmla="*/ 52436 h 84574"/>
                  <a:gd name="connsiteX384" fmla="*/ 483525 w 1179211"/>
                  <a:gd name="connsiteY384" fmla="*/ 54369 h 84574"/>
                  <a:gd name="connsiteX385" fmla="*/ 477484 w 1179211"/>
                  <a:gd name="connsiteY385" fmla="*/ 57994 h 84574"/>
                  <a:gd name="connsiteX386" fmla="*/ 473618 w 1179211"/>
                  <a:gd name="connsiteY386" fmla="*/ 63310 h 84574"/>
                  <a:gd name="connsiteX387" fmla="*/ 472168 w 1179211"/>
                  <a:gd name="connsiteY387" fmla="*/ 70076 h 84574"/>
                  <a:gd name="connsiteX388" fmla="*/ 473618 w 1179211"/>
                  <a:gd name="connsiteY388" fmla="*/ 76842 h 84574"/>
                  <a:gd name="connsiteX389" fmla="*/ 477243 w 1179211"/>
                  <a:gd name="connsiteY389" fmla="*/ 81675 h 84574"/>
                  <a:gd name="connsiteX390" fmla="*/ 482317 w 1179211"/>
                  <a:gd name="connsiteY390" fmla="*/ 84575 h 84574"/>
                  <a:gd name="connsiteX391" fmla="*/ 488116 w 1179211"/>
                  <a:gd name="connsiteY391" fmla="*/ 85541 h 84574"/>
                  <a:gd name="connsiteX392" fmla="*/ 499232 w 1179211"/>
                  <a:gd name="connsiteY392" fmla="*/ 82641 h 84574"/>
                  <a:gd name="connsiteX393" fmla="*/ 505031 w 1179211"/>
                  <a:gd name="connsiteY393" fmla="*/ 75634 h 84574"/>
                  <a:gd name="connsiteX394" fmla="*/ 507689 w 1179211"/>
                  <a:gd name="connsiteY394" fmla="*/ 82158 h 84574"/>
                  <a:gd name="connsiteX395" fmla="*/ 514214 w 1179211"/>
                  <a:gd name="connsiteY395" fmla="*/ 84816 h 84574"/>
                  <a:gd name="connsiteX396" fmla="*/ 519047 w 1179211"/>
                  <a:gd name="connsiteY396" fmla="*/ 84333 h 84574"/>
                  <a:gd name="connsiteX397" fmla="*/ 522430 w 1179211"/>
                  <a:gd name="connsiteY397" fmla="*/ 83608 h 84574"/>
                  <a:gd name="connsiteX398" fmla="*/ 522430 w 1179211"/>
                  <a:gd name="connsiteY398" fmla="*/ 78292 h 84574"/>
                  <a:gd name="connsiteX399" fmla="*/ 458636 w 1179211"/>
                  <a:gd name="connsiteY399" fmla="*/ 77325 h 84574"/>
                  <a:gd name="connsiteX400" fmla="*/ 455495 w 1179211"/>
                  <a:gd name="connsiteY400" fmla="*/ 78534 h 84574"/>
                  <a:gd name="connsiteX401" fmla="*/ 452353 w 1179211"/>
                  <a:gd name="connsiteY401" fmla="*/ 79017 h 84574"/>
                  <a:gd name="connsiteX402" fmla="*/ 449937 w 1179211"/>
                  <a:gd name="connsiteY402" fmla="*/ 78534 h 84574"/>
                  <a:gd name="connsiteX403" fmla="*/ 447762 w 1179211"/>
                  <a:gd name="connsiteY403" fmla="*/ 77567 h 84574"/>
                  <a:gd name="connsiteX404" fmla="*/ 445587 w 1179211"/>
                  <a:gd name="connsiteY404" fmla="*/ 74184 h 84574"/>
                  <a:gd name="connsiteX405" fmla="*/ 445346 w 1179211"/>
                  <a:gd name="connsiteY405" fmla="*/ 67901 h 84574"/>
                  <a:gd name="connsiteX406" fmla="*/ 445346 w 1179211"/>
                  <a:gd name="connsiteY406" fmla="*/ 35280 h 84574"/>
                  <a:gd name="connsiteX407" fmla="*/ 458394 w 1179211"/>
                  <a:gd name="connsiteY407" fmla="*/ 35280 h 84574"/>
                  <a:gd name="connsiteX408" fmla="*/ 458394 w 1179211"/>
                  <a:gd name="connsiteY408" fmla="*/ 28997 h 84574"/>
                  <a:gd name="connsiteX409" fmla="*/ 445346 w 1179211"/>
                  <a:gd name="connsiteY409" fmla="*/ 28997 h 84574"/>
                  <a:gd name="connsiteX410" fmla="*/ 445346 w 1179211"/>
                  <a:gd name="connsiteY410" fmla="*/ 12807 h 84574"/>
                  <a:gd name="connsiteX411" fmla="*/ 435680 w 1179211"/>
                  <a:gd name="connsiteY411" fmla="*/ 14982 h 84574"/>
                  <a:gd name="connsiteX412" fmla="*/ 435680 w 1179211"/>
                  <a:gd name="connsiteY412" fmla="*/ 28997 h 84574"/>
                  <a:gd name="connsiteX413" fmla="*/ 426256 w 1179211"/>
                  <a:gd name="connsiteY413" fmla="*/ 28997 h 84574"/>
                  <a:gd name="connsiteX414" fmla="*/ 426256 w 1179211"/>
                  <a:gd name="connsiteY414" fmla="*/ 35280 h 84574"/>
                  <a:gd name="connsiteX415" fmla="*/ 435680 w 1179211"/>
                  <a:gd name="connsiteY415" fmla="*/ 35280 h 84574"/>
                  <a:gd name="connsiteX416" fmla="*/ 435680 w 1179211"/>
                  <a:gd name="connsiteY416" fmla="*/ 68868 h 84574"/>
                  <a:gd name="connsiteX417" fmla="*/ 435922 w 1179211"/>
                  <a:gd name="connsiteY417" fmla="*/ 76117 h 84574"/>
                  <a:gd name="connsiteX418" fmla="*/ 437855 w 1179211"/>
                  <a:gd name="connsiteY418" fmla="*/ 81433 h 84574"/>
                  <a:gd name="connsiteX419" fmla="*/ 442446 w 1179211"/>
                  <a:gd name="connsiteY419" fmla="*/ 84816 h 84574"/>
                  <a:gd name="connsiteX420" fmla="*/ 448487 w 1179211"/>
                  <a:gd name="connsiteY420" fmla="*/ 85783 h 84574"/>
                  <a:gd name="connsiteX421" fmla="*/ 455012 w 1179211"/>
                  <a:gd name="connsiteY421" fmla="*/ 84816 h 84574"/>
                  <a:gd name="connsiteX422" fmla="*/ 460569 w 1179211"/>
                  <a:gd name="connsiteY422" fmla="*/ 82158 h 84574"/>
                  <a:gd name="connsiteX423" fmla="*/ 458636 w 1179211"/>
                  <a:gd name="connsiteY423" fmla="*/ 77325 h 84574"/>
                  <a:gd name="connsiteX424" fmla="*/ 409825 w 1179211"/>
                  <a:gd name="connsiteY424" fmla="*/ 28997 h 84574"/>
                  <a:gd name="connsiteX425" fmla="*/ 399676 w 1179211"/>
                  <a:gd name="connsiteY425" fmla="*/ 28997 h 84574"/>
                  <a:gd name="connsiteX426" fmla="*/ 399676 w 1179211"/>
                  <a:gd name="connsiteY426" fmla="*/ 84091 h 84574"/>
                  <a:gd name="connsiteX427" fmla="*/ 409825 w 1179211"/>
                  <a:gd name="connsiteY427" fmla="*/ 84091 h 84574"/>
                  <a:gd name="connsiteX428" fmla="*/ 409825 w 1179211"/>
                  <a:gd name="connsiteY428" fmla="*/ 28997 h 84574"/>
                  <a:gd name="connsiteX429" fmla="*/ 409341 w 1179211"/>
                  <a:gd name="connsiteY429" fmla="*/ 2416 h 84574"/>
                  <a:gd name="connsiteX430" fmla="*/ 404992 w 1179211"/>
                  <a:gd name="connsiteY430" fmla="*/ 483 h 84574"/>
                  <a:gd name="connsiteX431" fmla="*/ 400400 w 1179211"/>
                  <a:gd name="connsiteY431" fmla="*/ 2416 h 84574"/>
                  <a:gd name="connsiteX432" fmla="*/ 398467 w 1179211"/>
                  <a:gd name="connsiteY432" fmla="*/ 6766 h 84574"/>
                  <a:gd name="connsiteX433" fmla="*/ 400400 w 1179211"/>
                  <a:gd name="connsiteY433" fmla="*/ 11116 h 84574"/>
                  <a:gd name="connsiteX434" fmla="*/ 404992 w 1179211"/>
                  <a:gd name="connsiteY434" fmla="*/ 13049 h 84574"/>
                  <a:gd name="connsiteX435" fmla="*/ 409341 w 1179211"/>
                  <a:gd name="connsiteY435" fmla="*/ 11116 h 84574"/>
                  <a:gd name="connsiteX436" fmla="*/ 411274 w 1179211"/>
                  <a:gd name="connsiteY436" fmla="*/ 6766 h 84574"/>
                  <a:gd name="connsiteX437" fmla="*/ 409341 w 1179211"/>
                  <a:gd name="connsiteY437" fmla="*/ 2416 h 84574"/>
                  <a:gd name="connsiteX438" fmla="*/ 379619 w 1179211"/>
                  <a:gd name="connsiteY438" fmla="*/ 61377 h 84574"/>
                  <a:gd name="connsiteX439" fmla="*/ 375511 w 1179211"/>
                  <a:gd name="connsiteY439" fmla="*/ 56544 h 84574"/>
                  <a:gd name="connsiteX440" fmla="*/ 370195 w 1179211"/>
                  <a:gd name="connsiteY440" fmla="*/ 53403 h 84574"/>
                  <a:gd name="connsiteX441" fmla="*/ 364396 w 1179211"/>
                  <a:gd name="connsiteY441" fmla="*/ 51470 h 84574"/>
                  <a:gd name="connsiteX442" fmla="*/ 355938 w 1179211"/>
                  <a:gd name="connsiteY442" fmla="*/ 47603 h 84574"/>
                  <a:gd name="connsiteX443" fmla="*/ 352797 w 1179211"/>
                  <a:gd name="connsiteY443" fmla="*/ 40837 h 84574"/>
                  <a:gd name="connsiteX444" fmla="*/ 355697 w 1179211"/>
                  <a:gd name="connsiteY444" fmla="*/ 35280 h 84574"/>
                  <a:gd name="connsiteX445" fmla="*/ 362946 w 1179211"/>
                  <a:gd name="connsiteY445" fmla="*/ 33105 h 84574"/>
                  <a:gd name="connsiteX446" fmla="*/ 370195 w 1179211"/>
                  <a:gd name="connsiteY446" fmla="*/ 34796 h 84574"/>
                  <a:gd name="connsiteX447" fmla="*/ 374786 w 1179211"/>
                  <a:gd name="connsiteY447" fmla="*/ 38421 h 84574"/>
                  <a:gd name="connsiteX448" fmla="*/ 379619 w 1179211"/>
                  <a:gd name="connsiteY448" fmla="*/ 32380 h 84574"/>
                  <a:gd name="connsiteX449" fmla="*/ 373820 w 1179211"/>
                  <a:gd name="connsiteY449" fmla="*/ 28997 h 84574"/>
                  <a:gd name="connsiteX450" fmla="*/ 363429 w 1179211"/>
                  <a:gd name="connsiteY450" fmla="*/ 27306 h 84574"/>
                  <a:gd name="connsiteX451" fmla="*/ 355938 w 1179211"/>
                  <a:gd name="connsiteY451" fmla="*/ 28272 h 84574"/>
                  <a:gd name="connsiteX452" fmla="*/ 349656 w 1179211"/>
                  <a:gd name="connsiteY452" fmla="*/ 31172 h 84574"/>
                  <a:gd name="connsiteX453" fmla="*/ 345306 w 1179211"/>
                  <a:gd name="connsiteY453" fmla="*/ 36005 h 84574"/>
                  <a:gd name="connsiteX454" fmla="*/ 343615 w 1179211"/>
                  <a:gd name="connsiteY454" fmla="*/ 42771 h 84574"/>
                  <a:gd name="connsiteX455" fmla="*/ 345065 w 1179211"/>
                  <a:gd name="connsiteY455" fmla="*/ 50020 h 84574"/>
                  <a:gd name="connsiteX456" fmla="*/ 348931 w 1179211"/>
                  <a:gd name="connsiteY456" fmla="*/ 54853 h 84574"/>
                  <a:gd name="connsiteX457" fmla="*/ 354005 w 1179211"/>
                  <a:gd name="connsiteY457" fmla="*/ 57752 h 84574"/>
                  <a:gd name="connsiteX458" fmla="*/ 359321 w 1179211"/>
                  <a:gd name="connsiteY458" fmla="*/ 59686 h 84574"/>
                  <a:gd name="connsiteX459" fmla="*/ 367779 w 1179211"/>
                  <a:gd name="connsiteY459" fmla="*/ 63310 h 84574"/>
                  <a:gd name="connsiteX460" fmla="*/ 370920 w 1179211"/>
                  <a:gd name="connsiteY460" fmla="*/ 70559 h 84574"/>
                  <a:gd name="connsiteX461" fmla="*/ 368262 w 1179211"/>
                  <a:gd name="connsiteY461" fmla="*/ 77325 h 84574"/>
                  <a:gd name="connsiteX462" fmla="*/ 360771 w 1179211"/>
                  <a:gd name="connsiteY462" fmla="*/ 79742 h 84574"/>
                  <a:gd name="connsiteX463" fmla="*/ 355938 w 1179211"/>
                  <a:gd name="connsiteY463" fmla="*/ 79017 h 84574"/>
                  <a:gd name="connsiteX464" fmla="*/ 351830 w 1179211"/>
                  <a:gd name="connsiteY464" fmla="*/ 76842 h 84574"/>
                  <a:gd name="connsiteX465" fmla="*/ 348447 w 1179211"/>
                  <a:gd name="connsiteY465" fmla="*/ 74184 h 84574"/>
                  <a:gd name="connsiteX466" fmla="*/ 346031 w 1179211"/>
                  <a:gd name="connsiteY466" fmla="*/ 71768 h 84574"/>
                  <a:gd name="connsiteX467" fmla="*/ 341198 w 1179211"/>
                  <a:gd name="connsiteY467" fmla="*/ 79500 h 84574"/>
                  <a:gd name="connsiteX468" fmla="*/ 360288 w 1179211"/>
                  <a:gd name="connsiteY468" fmla="*/ 85783 h 84574"/>
                  <a:gd name="connsiteX469" fmla="*/ 368020 w 1179211"/>
                  <a:gd name="connsiteY469" fmla="*/ 84575 h 84574"/>
                  <a:gd name="connsiteX470" fmla="*/ 374303 w 1179211"/>
                  <a:gd name="connsiteY470" fmla="*/ 81192 h 84574"/>
                  <a:gd name="connsiteX471" fmla="*/ 378411 w 1179211"/>
                  <a:gd name="connsiteY471" fmla="*/ 75634 h 84574"/>
                  <a:gd name="connsiteX472" fmla="*/ 380103 w 1179211"/>
                  <a:gd name="connsiteY472" fmla="*/ 68143 h 84574"/>
                  <a:gd name="connsiteX473" fmla="*/ 379619 w 1179211"/>
                  <a:gd name="connsiteY473" fmla="*/ 61377 h 84574"/>
                  <a:gd name="connsiteX474" fmla="*/ 298428 w 1179211"/>
                  <a:gd name="connsiteY474" fmla="*/ 84091 h 84574"/>
                  <a:gd name="connsiteX475" fmla="*/ 307852 w 1179211"/>
                  <a:gd name="connsiteY475" fmla="*/ 84091 h 84574"/>
                  <a:gd name="connsiteX476" fmla="*/ 307852 w 1179211"/>
                  <a:gd name="connsiteY476" fmla="*/ 57511 h 84574"/>
                  <a:gd name="connsiteX477" fmla="*/ 308093 w 1179211"/>
                  <a:gd name="connsiteY477" fmla="*/ 51953 h 84574"/>
                  <a:gd name="connsiteX478" fmla="*/ 308818 w 1179211"/>
                  <a:gd name="connsiteY478" fmla="*/ 46637 h 84574"/>
                  <a:gd name="connsiteX479" fmla="*/ 312926 w 1179211"/>
                  <a:gd name="connsiteY479" fmla="*/ 37938 h 84574"/>
                  <a:gd name="connsiteX480" fmla="*/ 318967 w 1179211"/>
                  <a:gd name="connsiteY480" fmla="*/ 34555 h 84574"/>
                  <a:gd name="connsiteX481" fmla="*/ 325008 w 1179211"/>
                  <a:gd name="connsiteY481" fmla="*/ 40596 h 84574"/>
                  <a:gd name="connsiteX482" fmla="*/ 333224 w 1179211"/>
                  <a:gd name="connsiteY482" fmla="*/ 37696 h 84574"/>
                  <a:gd name="connsiteX483" fmla="*/ 332016 w 1179211"/>
                  <a:gd name="connsiteY483" fmla="*/ 32863 h 84574"/>
                  <a:gd name="connsiteX484" fmla="*/ 329599 w 1179211"/>
                  <a:gd name="connsiteY484" fmla="*/ 29722 h 84574"/>
                  <a:gd name="connsiteX485" fmla="*/ 326216 w 1179211"/>
                  <a:gd name="connsiteY485" fmla="*/ 28030 h 84574"/>
                  <a:gd name="connsiteX486" fmla="*/ 322833 w 1179211"/>
                  <a:gd name="connsiteY486" fmla="*/ 27547 h 84574"/>
                  <a:gd name="connsiteX487" fmla="*/ 314134 w 1179211"/>
                  <a:gd name="connsiteY487" fmla="*/ 30205 h 84574"/>
                  <a:gd name="connsiteX488" fmla="*/ 307852 w 1179211"/>
                  <a:gd name="connsiteY488" fmla="*/ 37696 h 84574"/>
                  <a:gd name="connsiteX489" fmla="*/ 306643 w 1179211"/>
                  <a:gd name="connsiteY489" fmla="*/ 28272 h 84574"/>
                  <a:gd name="connsiteX490" fmla="*/ 297219 w 1179211"/>
                  <a:gd name="connsiteY490" fmla="*/ 29239 h 84574"/>
                  <a:gd name="connsiteX491" fmla="*/ 297461 w 1179211"/>
                  <a:gd name="connsiteY491" fmla="*/ 31413 h 84574"/>
                  <a:gd name="connsiteX492" fmla="*/ 297944 w 1179211"/>
                  <a:gd name="connsiteY492" fmla="*/ 35038 h 84574"/>
                  <a:gd name="connsiteX493" fmla="*/ 298186 w 1179211"/>
                  <a:gd name="connsiteY493" fmla="*/ 39146 h 84574"/>
                  <a:gd name="connsiteX494" fmla="*/ 298428 w 1179211"/>
                  <a:gd name="connsiteY494" fmla="*/ 43254 h 84574"/>
                  <a:gd name="connsiteX495" fmla="*/ 298428 w 1179211"/>
                  <a:gd name="connsiteY495" fmla="*/ 84091 h 84574"/>
                  <a:gd name="connsiteX496" fmla="*/ 267981 w 1179211"/>
                  <a:gd name="connsiteY496" fmla="*/ 38179 h 84574"/>
                  <a:gd name="connsiteX497" fmla="*/ 271122 w 1179211"/>
                  <a:gd name="connsiteY497" fmla="*/ 50262 h 84574"/>
                  <a:gd name="connsiteX498" fmla="*/ 271122 w 1179211"/>
                  <a:gd name="connsiteY498" fmla="*/ 52195 h 84574"/>
                  <a:gd name="connsiteX499" fmla="*/ 243817 w 1179211"/>
                  <a:gd name="connsiteY499" fmla="*/ 52195 h 84574"/>
                  <a:gd name="connsiteX500" fmla="*/ 245508 w 1179211"/>
                  <a:gd name="connsiteY500" fmla="*/ 45187 h 84574"/>
                  <a:gd name="connsiteX501" fmla="*/ 248649 w 1179211"/>
                  <a:gd name="connsiteY501" fmla="*/ 39388 h 84574"/>
                  <a:gd name="connsiteX502" fmla="*/ 253241 w 1179211"/>
                  <a:gd name="connsiteY502" fmla="*/ 35280 h 84574"/>
                  <a:gd name="connsiteX503" fmla="*/ 259282 w 1179211"/>
                  <a:gd name="connsiteY503" fmla="*/ 33830 h 84574"/>
                  <a:gd name="connsiteX504" fmla="*/ 267981 w 1179211"/>
                  <a:gd name="connsiteY504" fmla="*/ 38179 h 84574"/>
                  <a:gd name="connsiteX505" fmla="*/ 281029 w 1179211"/>
                  <a:gd name="connsiteY505" fmla="*/ 58236 h 84574"/>
                  <a:gd name="connsiteX506" fmla="*/ 281029 w 1179211"/>
                  <a:gd name="connsiteY506" fmla="*/ 52678 h 84574"/>
                  <a:gd name="connsiteX507" fmla="*/ 280063 w 1179211"/>
                  <a:gd name="connsiteY507" fmla="*/ 43496 h 84574"/>
                  <a:gd name="connsiteX508" fmla="*/ 276438 w 1179211"/>
                  <a:gd name="connsiteY508" fmla="*/ 35280 h 84574"/>
                  <a:gd name="connsiteX509" fmla="*/ 269672 w 1179211"/>
                  <a:gd name="connsiteY509" fmla="*/ 29480 h 84574"/>
                  <a:gd name="connsiteX510" fmla="*/ 259040 w 1179211"/>
                  <a:gd name="connsiteY510" fmla="*/ 27306 h 84574"/>
                  <a:gd name="connsiteX511" fmla="*/ 249133 w 1179211"/>
                  <a:gd name="connsiteY511" fmla="*/ 29480 h 84574"/>
                  <a:gd name="connsiteX512" fmla="*/ 241159 w 1179211"/>
                  <a:gd name="connsiteY512" fmla="*/ 35521 h 84574"/>
                  <a:gd name="connsiteX513" fmla="*/ 235842 w 1179211"/>
                  <a:gd name="connsiteY513" fmla="*/ 44704 h 84574"/>
                  <a:gd name="connsiteX514" fmla="*/ 233909 w 1179211"/>
                  <a:gd name="connsiteY514" fmla="*/ 56544 h 84574"/>
                  <a:gd name="connsiteX515" fmla="*/ 240675 w 1179211"/>
                  <a:gd name="connsiteY515" fmla="*/ 78292 h 84574"/>
                  <a:gd name="connsiteX516" fmla="*/ 260490 w 1179211"/>
                  <a:gd name="connsiteY516" fmla="*/ 85783 h 84574"/>
                  <a:gd name="connsiteX517" fmla="*/ 272572 w 1179211"/>
                  <a:gd name="connsiteY517" fmla="*/ 83125 h 84574"/>
                  <a:gd name="connsiteX518" fmla="*/ 282238 w 1179211"/>
                  <a:gd name="connsiteY518" fmla="*/ 75151 h 84574"/>
                  <a:gd name="connsiteX519" fmla="*/ 278371 w 1179211"/>
                  <a:gd name="connsiteY519" fmla="*/ 71043 h 84574"/>
                  <a:gd name="connsiteX520" fmla="*/ 268947 w 1179211"/>
                  <a:gd name="connsiteY520" fmla="*/ 77567 h 84574"/>
                  <a:gd name="connsiteX521" fmla="*/ 261215 w 1179211"/>
                  <a:gd name="connsiteY521" fmla="*/ 79017 h 84574"/>
                  <a:gd name="connsiteX522" fmla="*/ 248649 w 1179211"/>
                  <a:gd name="connsiteY522" fmla="*/ 73701 h 84574"/>
                  <a:gd name="connsiteX523" fmla="*/ 244058 w 1179211"/>
                  <a:gd name="connsiteY523" fmla="*/ 58477 h 84574"/>
                  <a:gd name="connsiteX524" fmla="*/ 281029 w 1179211"/>
                  <a:gd name="connsiteY524" fmla="*/ 58477 h 84574"/>
                  <a:gd name="connsiteX525" fmla="*/ 183648 w 1179211"/>
                  <a:gd name="connsiteY525" fmla="*/ 28997 h 84574"/>
                  <a:gd name="connsiteX526" fmla="*/ 172774 w 1179211"/>
                  <a:gd name="connsiteY526" fmla="*/ 28997 h 84574"/>
                  <a:gd name="connsiteX527" fmla="*/ 195247 w 1179211"/>
                  <a:gd name="connsiteY527" fmla="*/ 85300 h 84574"/>
                  <a:gd name="connsiteX528" fmla="*/ 203221 w 1179211"/>
                  <a:gd name="connsiteY528" fmla="*/ 85300 h 84574"/>
                  <a:gd name="connsiteX529" fmla="*/ 226418 w 1179211"/>
                  <a:gd name="connsiteY529" fmla="*/ 28997 h 84574"/>
                  <a:gd name="connsiteX530" fmla="*/ 217236 w 1179211"/>
                  <a:gd name="connsiteY530" fmla="*/ 28997 h 84574"/>
                  <a:gd name="connsiteX531" fmla="*/ 202496 w 1179211"/>
                  <a:gd name="connsiteY531" fmla="*/ 67660 h 84574"/>
                  <a:gd name="connsiteX532" fmla="*/ 200079 w 1179211"/>
                  <a:gd name="connsiteY532" fmla="*/ 76359 h 84574"/>
                  <a:gd name="connsiteX533" fmla="*/ 199354 w 1179211"/>
                  <a:gd name="connsiteY533" fmla="*/ 72734 h 84574"/>
                  <a:gd name="connsiteX534" fmla="*/ 197663 w 1179211"/>
                  <a:gd name="connsiteY534" fmla="*/ 67176 h 84574"/>
                  <a:gd name="connsiteX535" fmla="*/ 183648 w 1179211"/>
                  <a:gd name="connsiteY535" fmla="*/ 28997 h 84574"/>
                  <a:gd name="connsiteX536" fmla="*/ 159000 w 1179211"/>
                  <a:gd name="connsiteY536" fmla="*/ 28997 h 84574"/>
                  <a:gd name="connsiteX537" fmla="*/ 148851 w 1179211"/>
                  <a:gd name="connsiteY537" fmla="*/ 28997 h 84574"/>
                  <a:gd name="connsiteX538" fmla="*/ 148851 w 1179211"/>
                  <a:gd name="connsiteY538" fmla="*/ 84091 h 84574"/>
                  <a:gd name="connsiteX539" fmla="*/ 159000 w 1179211"/>
                  <a:gd name="connsiteY539" fmla="*/ 84091 h 84574"/>
                  <a:gd name="connsiteX540" fmla="*/ 159000 w 1179211"/>
                  <a:gd name="connsiteY540" fmla="*/ 28997 h 84574"/>
                  <a:gd name="connsiteX541" fmla="*/ 158517 w 1179211"/>
                  <a:gd name="connsiteY541" fmla="*/ 2416 h 84574"/>
                  <a:gd name="connsiteX542" fmla="*/ 154167 w 1179211"/>
                  <a:gd name="connsiteY542" fmla="*/ 483 h 84574"/>
                  <a:gd name="connsiteX543" fmla="*/ 149576 w 1179211"/>
                  <a:gd name="connsiteY543" fmla="*/ 2416 h 84574"/>
                  <a:gd name="connsiteX544" fmla="*/ 147643 w 1179211"/>
                  <a:gd name="connsiteY544" fmla="*/ 6766 h 84574"/>
                  <a:gd name="connsiteX545" fmla="*/ 149576 w 1179211"/>
                  <a:gd name="connsiteY545" fmla="*/ 11116 h 84574"/>
                  <a:gd name="connsiteX546" fmla="*/ 154167 w 1179211"/>
                  <a:gd name="connsiteY546" fmla="*/ 13049 h 84574"/>
                  <a:gd name="connsiteX547" fmla="*/ 158517 w 1179211"/>
                  <a:gd name="connsiteY547" fmla="*/ 11116 h 84574"/>
                  <a:gd name="connsiteX548" fmla="*/ 160450 w 1179211"/>
                  <a:gd name="connsiteY548" fmla="*/ 6766 h 84574"/>
                  <a:gd name="connsiteX549" fmla="*/ 158517 w 1179211"/>
                  <a:gd name="connsiteY549" fmla="*/ 2416 h 84574"/>
                  <a:gd name="connsiteX550" fmla="*/ 128795 w 1179211"/>
                  <a:gd name="connsiteY550" fmla="*/ 84091 h 84574"/>
                  <a:gd name="connsiteX551" fmla="*/ 128795 w 1179211"/>
                  <a:gd name="connsiteY551" fmla="*/ 49537 h 84574"/>
                  <a:gd name="connsiteX552" fmla="*/ 128312 w 1179211"/>
                  <a:gd name="connsiteY552" fmla="*/ 41079 h 84574"/>
                  <a:gd name="connsiteX553" fmla="*/ 126137 w 1179211"/>
                  <a:gd name="connsiteY553" fmla="*/ 34071 h 84574"/>
                  <a:gd name="connsiteX554" fmla="*/ 120338 w 1179211"/>
                  <a:gd name="connsiteY554" fmla="*/ 29239 h 84574"/>
                  <a:gd name="connsiteX555" fmla="*/ 109705 w 1179211"/>
                  <a:gd name="connsiteY555" fmla="*/ 27306 h 84574"/>
                  <a:gd name="connsiteX556" fmla="*/ 102214 w 1179211"/>
                  <a:gd name="connsiteY556" fmla="*/ 28514 h 84574"/>
                  <a:gd name="connsiteX557" fmla="*/ 96898 w 1179211"/>
                  <a:gd name="connsiteY557" fmla="*/ 31655 h 84574"/>
                  <a:gd name="connsiteX558" fmla="*/ 93274 w 1179211"/>
                  <a:gd name="connsiteY558" fmla="*/ 35280 h 84574"/>
                  <a:gd name="connsiteX559" fmla="*/ 91341 w 1179211"/>
                  <a:gd name="connsiteY559" fmla="*/ 37938 h 84574"/>
                  <a:gd name="connsiteX560" fmla="*/ 90132 w 1179211"/>
                  <a:gd name="connsiteY560" fmla="*/ 28514 h 84574"/>
                  <a:gd name="connsiteX561" fmla="*/ 80708 w 1179211"/>
                  <a:gd name="connsiteY561" fmla="*/ 29480 h 84574"/>
                  <a:gd name="connsiteX562" fmla="*/ 80950 w 1179211"/>
                  <a:gd name="connsiteY562" fmla="*/ 31655 h 84574"/>
                  <a:gd name="connsiteX563" fmla="*/ 81433 w 1179211"/>
                  <a:gd name="connsiteY563" fmla="*/ 35280 h 84574"/>
                  <a:gd name="connsiteX564" fmla="*/ 81675 w 1179211"/>
                  <a:gd name="connsiteY564" fmla="*/ 39388 h 84574"/>
                  <a:gd name="connsiteX565" fmla="*/ 81917 w 1179211"/>
                  <a:gd name="connsiteY565" fmla="*/ 43496 h 84574"/>
                  <a:gd name="connsiteX566" fmla="*/ 81917 w 1179211"/>
                  <a:gd name="connsiteY566" fmla="*/ 84333 h 84574"/>
                  <a:gd name="connsiteX567" fmla="*/ 91824 w 1179211"/>
                  <a:gd name="connsiteY567" fmla="*/ 84333 h 84574"/>
                  <a:gd name="connsiteX568" fmla="*/ 91824 w 1179211"/>
                  <a:gd name="connsiteY568" fmla="*/ 53403 h 84574"/>
                  <a:gd name="connsiteX569" fmla="*/ 93032 w 1179211"/>
                  <a:gd name="connsiteY569" fmla="*/ 46154 h 84574"/>
                  <a:gd name="connsiteX570" fmla="*/ 96415 w 1179211"/>
                  <a:gd name="connsiteY570" fmla="*/ 40354 h 84574"/>
                  <a:gd name="connsiteX571" fmla="*/ 101248 w 1179211"/>
                  <a:gd name="connsiteY571" fmla="*/ 36488 h 84574"/>
                  <a:gd name="connsiteX572" fmla="*/ 107531 w 1179211"/>
                  <a:gd name="connsiteY572" fmla="*/ 35038 h 84574"/>
                  <a:gd name="connsiteX573" fmla="*/ 113572 w 1179211"/>
                  <a:gd name="connsiteY573" fmla="*/ 36005 h 84574"/>
                  <a:gd name="connsiteX574" fmla="*/ 117196 w 1179211"/>
                  <a:gd name="connsiteY574" fmla="*/ 38904 h 84574"/>
                  <a:gd name="connsiteX575" fmla="*/ 118888 w 1179211"/>
                  <a:gd name="connsiteY575" fmla="*/ 43496 h 84574"/>
                  <a:gd name="connsiteX576" fmla="*/ 119371 w 1179211"/>
                  <a:gd name="connsiteY576" fmla="*/ 49778 h 84574"/>
                  <a:gd name="connsiteX577" fmla="*/ 119371 w 1179211"/>
                  <a:gd name="connsiteY577" fmla="*/ 84333 h 84574"/>
                  <a:gd name="connsiteX578" fmla="*/ 128795 w 1179211"/>
                  <a:gd name="connsiteY578" fmla="*/ 84333 h 84574"/>
                  <a:gd name="connsiteX579" fmla="*/ 60894 w 1179211"/>
                  <a:gd name="connsiteY579" fmla="*/ 5799 h 84574"/>
                  <a:gd name="connsiteX580" fmla="*/ 50986 w 1179211"/>
                  <a:gd name="connsiteY580" fmla="*/ 5799 h 84574"/>
                  <a:gd name="connsiteX581" fmla="*/ 50986 w 1179211"/>
                  <a:gd name="connsiteY581" fmla="*/ 54128 h 84574"/>
                  <a:gd name="connsiteX582" fmla="*/ 49295 w 1179211"/>
                  <a:gd name="connsiteY582" fmla="*/ 66935 h 84574"/>
                  <a:gd name="connsiteX583" fmla="*/ 44945 w 1179211"/>
                  <a:gd name="connsiteY583" fmla="*/ 74667 h 84574"/>
                  <a:gd name="connsiteX584" fmla="*/ 38421 w 1179211"/>
                  <a:gd name="connsiteY584" fmla="*/ 78534 h 84574"/>
                  <a:gd name="connsiteX585" fmla="*/ 30447 w 1179211"/>
                  <a:gd name="connsiteY585" fmla="*/ 79500 h 84574"/>
                  <a:gd name="connsiteX586" fmla="*/ 22231 w 1179211"/>
                  <a:gd name="connsiteY586" fmla="*/ 78534 h 84574"/>
                  <a:gd name="connsiteX587" fmla="*/ 15707 w 1179211"/>
                  <a:gd name="connsiteY587" fmla="*/ 74667 h 84574"/>
                  <a:gd name="connsiteX588" fmla="*/ 11357 w 1179211"/>
                  <a:gd name="connsiteY588" fmla="*/ 66935 h 84574"/>
                  <a:gd name="connsiteX589" fmla="*/ 9666 w 1179211"/>
                  <a:gd name="connsiteY589" fmla="*/ 54128 h 84574"/>
                  <a:gd name="connsiteX590" fmla="*/ 9666 w 1179211"/>
                  <a:gd name="connsiteY590" fmla="*/ 5799 h 84574"/>
                  <a:gd name="connsiteX591" fmla="*/ 0 w 1179211"/>
                  <a:gd name="connsiteY591" fmla="*/ 5799 h 84574"/>
                  <a:gd name="connsiteX592" fmla="*/ 0 w 1179211"/>
                  <a:gd name="connsiteY592" fmla="*/ 54853 h 84574"/>
                  <a:gd name="connsiteX593" fmla="*/ 7733 w 1179211"/>
                  <a:gd name="connsiteY593" fmla="*/ 79500 h 84574"/>
                  <a:gd name="connsiteX594" fmla="*/ 30689 w 1179211"/>
                  <a:gd name="connsiteY594" fmla="*/ 86749 h 84574"/>
                  <a:gd name="connsiteX595" fmla="*/ 53403 w 1179211"/>
                  <a:gd name="connsiteY595" fmla="*/ 79500 h 84574"/>
                  <a:gd name="connsiteX596" fmla="*/ 60894 w 1179211"/>
                  <a:gd name="connsiteY596" fmla="*/ 54853 h 84574"/>
                  <a:gd name="connsiteX597" fmla="*/ 60894 w 1179211"/>
                  <a:gd name="connsiteY597" fmla="*/ 5799 h 84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</a:cxnLst>
                <a:rect l="l" t="t" r="r" b="b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799"/>
              </a:p>
            </p:txBody>
          </p:sp>
          <p:sp>
            <p:nvSpPr>
              <p:cNvPr id="44" name="Freihandform: Form 43">
                <a:extLst>
                  <a:ext uri="{FF2B5EF4-FFF2-40B4-BE49-F238E27FC236}">
                    <a16:creationId xmlns:a16="http://schemas.microsoft.com/office/drawing/2014/main" id="{CCA96FB2-00D1-437E-BC9E-014BF2485AA3}"/>
                  </a:ext>
                </a:extLst>
              </p:cNvPr>
              <p:cNvSpPr/>
              <p:nvPr/>
            </p:nvSpPr>
            <p:spPr>
              <a:xfrm>
                <a:off x="11569754" y="1219314"/>
                <a:ext cx="152234" cy="132903"/>
              </a:xfrm>
              <a:custGeom>
                <a:avLst/>
                <a:gdLst>
                  <a:gd name="connsiteX0" fmla="*/ 0 w 152234"/>
                  <a:gd name="connsiteY0" fmla="*/ 134353 h 132902"/>
                  <a:gd name="connsiteX1" fmla="*/ 84816 w 152234"/>
                  <a:gd name="connsiteY1" fmla="*/ 134353 h 132902"/>
                  <a:gd name="connsiteX2" fmla="*/ 152234 w 152234"/>
                  <a:gd name="connsiteY2" fmla="*/ 67176 h 132902"/>
                  <a:gd name="connsiteX3" fmla="*/ 84816 w 152234"/>
                  <a:gd name="connsiteY3" fmla="*/ 0 h 132902"/>
                  <a:gd name="connsiteX4" fmla="*/ 0 w 152234"/>
                  <a:gd name="connsiteY4" fmla="*/ 0 h 132902"/>
                  <a:gd name="connsiteX5" fmla="*/ 0 w 152234"/>
                  <a:gd name="connsiteY5" fmla="*/ 134353 h 132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rgbClr val="0072BC"/>
              </a:solidFill>
              <a:ln w="240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de-DE" sz="1799"/>
              </a:p>
            </p:txBody>
          </p:sp>
        </p:grpSp>
      </p:grpSp>
      <p:sp>
        <p:nvSpPr>
          <p:cNvPr id="45" name="Freihandform: Form 44">
            <a:extLst>
              <a:ext uri="{FF2B5EF4-FFF2-40B4-BE49-F238E27FC236}">
                <a16:creationId xmlns:a16="http://schemas.microsoft.com/office/drawing/2014/main" id="{883162FD-5920-459D-B957-31A263988D88}"/>
              </a:ext>
            </a:extLst>
          </p:cNvPr>
          <p:cNvSpPr/>
          <p:nvPr userDrawn="1"/>
        </p:nvSpPr>
        <p:spPr>
          <a:xfrm>
            <a:off x="-6503" y="520593"/>
            <a:ext cx="449875" cy="392748"/>
          </a:xfrm>
          <a:custGeom>
            <a:avLst/>
            <a:gdLst>
              <a:gd name="connsiteX0" fmla="*/ 0 w 152234"/>
              <a:gd name="connsiteY0" fmla="*/ 134353 h 132902"/>
              <a:gd name="connsiteX1" fmla="*/ 84816 w 152234"/>
              <a:gd name="connsiteY1" fmla="*/ 134353 h 132902"/>
              <a:gd name="connsiteX2" fmla="*/ 152234 w 152234"/>
              <a:gd name="connsiteY2" fmla="*/ 67176 h 132902"/>
              <a:gd name="connsiteX3" fmla="*/ 84816 w 152234"/>
              <a:gd name="connsiteY3" fmla="*/ 0 h 132902"/>
              <a:gd name="connsiteX4" fmla="*/ 0 w 152234"/>
              <a:gd name="connsiteY4" fmla="*/ 0 h 132902"/>
              <a:gd name="connsiteX5" fmla="*/ 0 w 152234"/>
              <a:gd name="connsiteY5" fmla="*/ 134353 h 132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72BC"/>
          </a:solidFill>
          <a:ln w="2402" cap="flat">
            <a:noFill/>
            <a:prstDash val="solid"/>
            <a:miter/>
          </a:ln>
        </p:spPr>
        <p:txBody>
          <a:bodyPr rtlCol="0" anchor="ctr"/>
          <a:lstStyle/>
          <a:p>
            <a:endParaRPr lang="de-DE" sz="1799"/>
          </a:p>
        </p:txBody>
      </p:sp>
    </p:spTree>
    <p:extLst>
      <p:ext uri="{BB962C8B-B14F-4D97-AF65-F5344CB8AC3E}">
        <p14:creationId xmlns:p14="http://schemas.microsoft.com/office/powerpoint/2010/main" val="1205303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</p:sldLayoutIdLst>
  <p:hf hdr="0" dt="0"/>
  <p:txStyles>
    <p:titleStyle>
      <a:lvl1pPr algn="l" defTabSz="1217706" rtl="0" eaLnBrk="1" latinLnBrk="0" hangingPunct="1">
        <a:lnSpc>
          <a:spcPct val="90000"/>
        </a:lnSpc>
        <a:spcBef>
          <a:spcPct val="0"/>
        </a:spcBef>
        <a:buNone/>
        <a:defRPr sz="3596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55164" indent="-355164" algn="l" defTabSz="1217706" rtl="0" eaLnBrk="1" latinLnBrk="0" hangingPunct="1">
        <a:lnSpc>
          <a:spcPct val="90000"/>
        </a:lnSpc>
        <a:spcBef>
          <a:spcPts val="799"/>
        </a:spcBef>
        <a:buClr>
          <a:schemeClr val="tx2"/>
        </a:buClr>
        <a:buFont typeface="Wingdings 2" panose="05020102010507070707" pitchFamily="18" charset="2"/>
        <a:buChar char=""/>
        <a:defRPr sz="2131" kern="1200">
          <a:solidFill>
            <a:schemeClr val="tx1"/>
          </a:solidFill>
          <a:latin typeface="+mn-lt"/>
          <a:ea typeface="+mn-ea"/>
          <a:cs typeface="+mn-cs"/>
        </a:defRPr>
      </a:lvl1pPr>
      <a:lvl2pPr marL="720900" indent="-365735" algn="l" defTabSz="1217706" rtl="0" eaLnBrk="1" latinLnBrk="0" hangingPunct="1">
        <a:lnSpc>
          <a:spcPct val="90000"/>
        </a:lnSpc>
        <a:spcBef>
          <a:spcPts val="799"/>
        </a:spcBef>
        <a:buClr>
          <a:schemeClr val="accent6"/>
        </a:buClr>
        <a:buFont typeface="Wingdings 2" panose="05020102010507070707" pitchFamily="18" charset="2"/>
        <a:buChar char=""/>
        <a:defRPr sz="1864" kern="1200">
          <a:solidFill>
            <a:schemeClr val="tx1"/>
          </a:solidFill>
          <a:latin typeface="+mn-lt"/>
          <a:ea typeface="+mn-ea"/>
          <a:cs typeface="+mn-cs"/>
        </a:defRPr>
      </a:lvl2pPr>
      <a:lvl3pPr marL="1076064" indent="-355164" algn="l" defTabSz="1217706" rtl="0" eaLnBrk="1" latinLnBrk="0" hangingPunct="1">
        <a:lnSpc>
          <a:spcPct val="90000"/>
        </a:lnSpc>
        <a:spcBef>
          <a:spcPts val="799"/>
        </a:spcBef>
        <a:buClr>
          <a:schemeClr val="accent6"/>
        </a:buClr>
        <a:buFont typeface="Wingdings 2" panose="05020102010507070707" pitchFamily="18" charset="2"/>
        <a:buChar char=""/>
        <a:defRPr sz="1598" kern="1200">
          <a:solidFill>
            <a:schemeClr val="tx1"/>
          </a:solidFill>
          <a:latin typeface="+mn-lt"/>
          <a:ea typeface="+mn-ea"/>
          <a:cs typeface="+mn-cs"/>
        </a:defRPr>
      </a:lvl3pPr>
      <a:lvl4pPr marL="1431229" indent="-355164" algn="l" defTabSz="1217706" rtl="0" eaLnBrk="1" latinLnBrk="0" hangingPunct="1">
        <a:lnSpc>
          <a:spcPct val="90000"/>
        </a:lnSpc>
        <a:spcBef>
          <a:spcPts val="799"/>
        </a:spcBef>
        <a:buClr>
          <a:schemeClr val="tx2"/>
        </a:buClr>
        <a:buFont typeface="Wingdings 2" panose="05020102010507070707" pitchFamily="18" charset="2"/>
        <a:buChar char=""/>
        <a:defRPr sz="1598" kern="1200">
          <a:solidFill>
            <a:schemeClr val="tx1"/>
          </a:solidFill>
          <a:latin typeface="+mn-lt"/>
          <a:ea typeface="+mn-ea"/>
          <a:cs typeface="+mn-cs"/>
        </a:defRPr>
      </a:lvl4pPr>
      <a:lvl5pPr marL="1786393" indent="-355164" algn="l" defTabSz="1217706" rtl="0" eaLnBrk="1" latinLnBrk="0" hangingPunct="1">
        <a:lnSpc>
          <a:spcPct val="90000"/>
        </a:lnSpc>
        <a:spcBef>
          <a:spcPts val="799"/>
        </a:spcBef>
        <a:buClr>
          <a:schemeClr val="tx2"/>
        </a:buClr>
        <a:buFont typeface="Wingdings 2" panose="05020102010507070707" pitchFamily="18" charset="2"/>
        <a:buChar char=""/>
        <a:defRPr sz="1598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1217706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None/>
        <a:defRPr sz="1864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217706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None/>
        <a:defRPr sz="1864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217706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None/>
        <a:defRPr sz="1864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217706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None/>
        <a:defRPr sz="18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217706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1pPr>
      <a:lvl2pPr marL="608853" algn="l" defTabSz="1217706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2pPr>
      <a:lvl3pPr marL="1217706" algn="l" defTabSz="1217706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3pPr>
      <a:lvl4pPr marL="1826560" algn="l" defTabSz="1217706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4pPr>
      <a:lvl5pPr marL="2435413" algn="l" defTabSz="1217706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5pPr>
      <a:lvl6pPr marL="3044266" algn="l" defTabSz="1217706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6pPr>
      <a:lvl7pPr marL="3653119" algn="l" defTabSz="1217706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261973" algn="l" defTabSz="1217706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4870826" algn="l" defTabSz="1217706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43">
          <p15:clr>
            <a:srgbClr val="F26B43"/>
          </p15:clr>
        </p15:guide>
        <p15:guide id="4" pos="329">
          <p15:clr>
            <a:srgbClr val="F26B43"/>
          </p15:clr>
        </p15:guide>
        <p15:guide id="5" pos="5432">
          <p15:clr>
            <a:srgbClr val="F26B43"/>
          </p15:clr>
        </p15:guide>
        <p15:guide id="6" orient="horz" pos="686">
          <p15:clr>
            <a:srgbClr val="F26B43"/>
          </p15:clr>
        </p15:guide>
        <p15:guide id="7" orient="horz" pos="3096">
          <p15:clr>
            <a:srgbClr val="F26B43"/>
          </p15:clr>
        </p15:guide>
        <p15:guide id="9" orient="horz" pos="3121">
          <p15:clr>
            <a:srgbClr val="F26B43"/>
          </p15:clr>
        </p15:guide>
        <p15:guide id="10" orient="horz" pos="8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2DBC47C4-A357-79CD-CC6F-4F9DA4157504}"/>
              </a:ext>
            </a:extLst>
          </p:cNvPr>
          <p:cNvGraphicFramePr>
            <a:graphicFrameLocks noGrp="1"/>
          </p:cNvGraphicFramePr>
          <p:nvPr/>
        </p:nvGraphicFramePr>
        <p:xfrm>
          <a:off x="427486" y="1366653"/>
          <a:ext cx="226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>
                  <a:extLst>
                    <a:ext uri="{9D8B030D-6E8A-4147-A177-3AD203B41FA5}">
                      <a16:colId xmlns:a16="http://schemas.microsoft.com/office/drawing/2014/main" val="642000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OC-M (8 LP)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159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OC-Vorlesungen (4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278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OC-Praktikum (6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5475189"/>
                  </a:ext>
                </a:extLst>
              </a:tr>
            </a:tbl>
          </a:graphicData>
        </a:graphic>
      </p:graphicFrame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1432C208-22AE-D372-A1F4-5E338977B8B3}"/>
              </a:ext>
            </a:extLst>
          </p:cNvPr>
          <p:cNvGraphicFramePr>
            <a:graphicFrameLocks noGrp="1"/>
          </p:cNvGraphicFramePr>
          <p:nvPr/>
        </p:nvGraphicFramePr>
        <p:xfrm>
          <a:off x="427486" y="4379810"/>
          <a:ext cx="226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>
                  <a:extLst>
                    <a:ext uri="{9D8B030D-6E8A-4147-A177-3AD203B41FA5}">
                      <a16:colId xmlns:a16="http://schemas.microsoft.com/office/drawing/2014/main" val="642000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AC-M (7 LP)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159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AC-Vorlesungen (3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278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AC-Praktikum (6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5475189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7A15E35A-7321-F815-A6E4-6A803AC8FB94}"/>
              </a:ext>
            </a:extLst>
          </p:cNvPr>
          <p:cNvGraphicFramePr>
            <a:graphicFrameLocks noGrp="1"/>
          </p:cNvGraphicFramePr>
          <p:nvPr/>
        </p:nvGraphicFramePr>
        <p:xfrm>
          <a:off x="427486" y="5639274"/>
          <a:ext cx="226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>
                  <a:extLst>
                    <a:ext uri="{9D8B030D-6E8A-4147-A177-3AD203B41FA5}">
                      <a16:colId xmlns:a16="http://schemas.microsoft.com/office/drawing/2014/main" val="642000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PC-M (7 LP)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159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PC-Vorlesung &amp; Ü (4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278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PC-Praktikum (3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5475189"/>
                  </a:ext>
                </a:extLst>
              </a:tr>
            </a:tbl>
          </a:graphicData>
        </a:graphic>
      </p:graphicFrame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3AC089A0-DB33-4E2D-8B44-193FE7004084}"/>
              </a:ext>
            </a:extLst>
          </p:cNvPr>
          <p:cNvGraphicFramePr>
            <a:graphicFrameLocks noGrp="1"/>
          </p:cNvGraphicFramePr>
          <p:nvPr/>
        </p:nvGraphicFramePr>
        <p:xfrm>
          <a:off x="427486" y="2626117"/>
          <a:ext cx="226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>
                  <a:extLst>
                    <a:ext uri="{9D8B030D-6E8A-4147-A177-3AD203B41FA5}">
                      <a16:colId xmlns:a16="http://schemas.microsoft.com/office/drawing/2014/main" val="642000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WP-</a:t>
                      </a:r>
                      <a:r>
                        <a:rPr lang="de-DE" dirty="0" err="1"/>
                        <a:t>Che</a:t>
                      </a:r>
                      <a:r>
                        <a:rPr lang="de-DE" dirty="0"/>
                        <a:t> (8 LP)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59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Vorlesung &amp; Ü (3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278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WP-Praktikum (6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5475189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CA10BF04-62EB-B413-4F63-2E65F0B816AA}"/>
              </a:ext>
            </a:extLst>
          </p:cNvPr>
          <p:cNvSpPr txBox="1"/>
          <p:nvPr/>
        </p:nvSpPr>
        <p:spPr>
          <a:xfrm>
            <a:off x="527645" y="997321"/>
            <a:ext cx="20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156082"/>
                </a:solidFill>
              </a:rPr>
              <a:t>Sommersemester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1BA8E6F-005F-3DCF-3A04-D6EDACAC187F}"/>
              </a:ext>
            </a:extLst>
          </p:cNvPr>
          <p:cNvSpPr txBox="1"/>
          <p:nvPr/>
        </p:nvSpPr>
        <p:spPr>
          <a:xfrm>
            <a:off x="621998" y="4010478"/>
            <a:ext cx="1878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156082"/>
                </a:solidFill>
              </a:rPr>
              <a:t>Wintersemester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5F484D4-95C9-665C-02A2-64CBE73D3697}"/>
              </a:ext>
            </a:extLst>
          </p:cNvPr>
          <p:cNvSpPr txBox="1"/>
          <p:nvPr/>
        </p:nvSpPr>
        <p:spPr>
          <a:xfrm>
            <a:off x="3071260" y="3733410"/>
            <a:ext cx="98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>
                <a:solidFill>
                  <a:srgbClr val="C00000"/>
                </a:solidFill>
                <a:latin typeface="Symbol" panose="05050102010706020507" pitchFamily="18" charset="2"/>
              </a:rPr>
              <a:t>S</a:t>
            </a:r>
            <a:r>
              <a:rPr lang="de-DE" b="1" dirty="0">
                <a:solidFill>
                  <a:srgbClr val="C00000"/>
                </a:solidFill>
              </a:rPr>
              <a:t>: 30 LP</a:t>
            </a:r>
          </a:p>
        </p:txBody>
      </p: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E0C1ADCA-01F1-60B9-C2C9-BFFB07AE2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563593"/>
              </p:ext>
            </p:extLst>
          </p:nvPr>
        </p:nvGraphicFramePr>
        <p:xfrm>
          <a:off x="4476860" y="4434308"/>
          <a:ext cx="2268000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>
                  <a:extLst>
                    <a:ext uri="{9D8B030D-6E8A-4147-A177-3AD203B41FA5}">
                      <a16:colId xmlns:a16="http://schemas.microsoft.com/office/drawing/2014/main" val="642000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WP-</a:t>
                      </a:r>
                      <a:r>
                        <a:rPr lang="de-DE" dirty="0" err="1"/>
                        <a:t>Che</a:t>
                      </a:r>
                      <a:r>
                        <a:rPr lang="de-DE" dirty="0"/>
                        <a:t> I (6 LP): Typ 1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59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Vorlesung /Seminar (3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278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WP-Praktikum (</a:t>
                      </a:r>
                      <a:r>
                        <a:rPr lang="de-DE" sz="1400" dirty="0">
                          <a:solidFill>
                            <a:srgbClr val="FF0000"/>
                          </a:solidFill>
                        </a:rPr>
                        <a:t>3 o.4</a:t>
                      </a:r>
                      <a:r>
                        <a:rPr lang="de-DE" sz="1400" dirty="0"/>
                        <a:t>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5475189"/>
                  </a:ext>
                </a:extLst>
              </a:tr>
            </a:tbl>
          </a:graphicData>
        </a:graphic>
      </p:graphicFrame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F26FED4B-649F-72F9-FCF2-E1C76B13F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798535"/>
              </p:ext>
            </p:extLst>
          </p:nvPr>
        </p:nvGraphicFramePr>
        <p:xfrm>
          <a:off x="7056158" y="4429369"/>
          <a:ext cx="2268000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>
                  <a:extLst>
                    <a:ext uri="{9D8B030D-6E8A-4147-A177-3AD203B41FA5}">
                      <a16:colId xmlns:a16="http://schemas.microsoft.com/office/drawing/2014/main" val="642000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WP-</a:t>
                      </a:r>
                      <a:r>
                        <a:rPr lang="de-DE" dirty="0" err="1"/>
                        <a:t>Che</a:t>
                      </a:r>
                      <a:r>
                        <a:rPr lang="de-DE" dirty="0"/>
                        <a:t> II (6 LP): Typ2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59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278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WP-Praktikum (6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5475189"/>
                  </a:ext>
                </a:extLst>
              </a:tr>
            </a:tbl>
          </a:graphicData>
        </a:graphic>
      </p:graphicFrame>
      <p:sp>
        <p:nvSpPr>
          <p:cNvPr id="13" name="Textfeld 12">
            <a:extLst>
              <a:ext uri="{FF2B5EF4-FFF2-40B4-BE49-F238E27FC236}">
                <a16:creationId xmlns:a16="http://schemas.microsoft.com/office/drawing/2014/main" id="{761F5753-6AB1-1191-1C53-814558E6DE5A}"/>
              </a:ext>
            </a:extLst>
          </p:cNvPr>
          <p:cNvSpPr txBox="1"/>
          <p:nvPr/>
        </p:nvSpPr>
        <p:spPr>
          <a:xfrm>
            <a:off x="4486414" y="572470"/>
            <a:ext cx="2375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i="1" u="sng" dirty="0">
                <a:solidFill>
                  <a:srgbClr val="0070C0"/>
                </a:solidFill>
              </a:rPr>
              <a:t>Änderungsvorschlag</a:t>
            </a:r>
            <a:r>
              <a:rPr lang="de-DE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5636E64E-2CB0-5E60-2239-BB9951D7FF41}"/>
              </a:ext>
            </a:extLst>
          </p:cNvPr>
          <p:cNvSpPr txBox="1"/>
          <p:nvPr/>
        </p:nvSpPr>
        <p:spPr>
          <a:xfrm>
            <a:off x="4434805" y="2893191"/>
            <a:ext cx="57063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>
                <a:solidFill>
                  <a:srgbClr val="0070C0"/>
                </a:solidFill>
              </a:rPr>
              <a:t>Vertiefung Wahl von </a:t>
            </a:r>
            <a:r>
              <a:rPr lang="de-DE" sz="1600" b="1" u="sng" dirty="0">
                <a:solidFill>
                  <a:srgbClr val="0070C0"/>
                </a:solidFill>
              </a:rPr>
              <a:t>zwei</a:t>
            </a:r>
            <a:r>
              <a:rPr lang="de-DE" sz="1600" b="1" dirty="0">
                <a:solidFill>
                  <a:srgbClr val="0070C0"/>
                </a:solidFill>
              </a:rPr>
              <a:t> chemischen Wahlpflichtmodulen,</a:t>
            </a:r>
          </a:p>
          <a:p>
            <a:r>
              <a:rPr lang="de-DE" sz="1600" b="1" dirty="0">
                <a:solidFill>
                  <a:srgbClr val="0070C0"/>
                </a:solidFill>
              </a:rPr>
              <a:t>die kombiniert werden können: 12 LP </a:t>
            </a:r>
            <a:endParaRPr lang="de-DE" sz="1400" dirty="0">
              <a:solidFill>
                <a:srgbClr val="0070C0"/>
              </a:solidFill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23C38C8D-F8BF-C512-0DFB-3C535F6C23FE}"/>
              </a:ext>
            </a:extLst>
          </p:cNvPr>
          <p:cNvSpPr txBox="1"/>
          <p:nvPr/>
        </p:nvSpPr>
        <p:spPr>
          <a:xfrm>
            <a:off x="621998" y="572470"/>
            <a:ext cx="2384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i="1" u="sng" dirty="0">
                <a:solidFill>
                  <a:srgbClr val="156082"/>
                </a:solidFill>
              </a:rPr>
              <a:t>Aktuelle Struktur: 30LP</a:t>
            </a:r>
          </a:p>
        </p:txBody>
      </p:sp>
      <p:graphicFrame>
        <p:nvGraphicFramePr>
          <p:cNvPr id="21" name="Tabelle 20">
            <a:extLst>
              <a:ext uri="{FF2B5EF4-FFF2-40B4-BE49-F238E27FC236}">
                <a16:creationId xmlns:a16="http://schemas.microsoft.com/office/drawing/2014/main" id="{5C658A89-E290-0EE0-FC6B-916BC1DF45E1}"/>
              </a:ext>
            </a:extLst>
          </p:cNvPr>
          <p:cNvGraphicFramePr>
            <a:graphicFrameLocks noGrp="1"/>
          </p:cNvGraphicFramePr>
          <p:nvPr/>
        </p:nvGraphicFramePr>
        <p:xfrm>
          <a:off x="4476861" y="1980262"/>
          <a:ext cx="226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>
                  <a:extLst>
                    <a:ext uri="{9D8B030D-6E8A-4147-A177-3AD203B41FA5}">
                      <a16:colId xmlns:a16="http://schemas.microsoft.com/office/drawing/2014/main" val="642000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OC-Pflicht (6 LP)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59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Vorlesung &amp; Ü (4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278908"/>
                  </a:ext>
                </a:extLst>
              </a:tr>
            </a:tbl>
          </a:graphicData>
        </a:graphic>
      </p:graphicFrame>
      <p:graphicFrame>
        <p:nvGraphicFramePr>
          <p:cNvPr id="22" name="Tabelle 21">
            <a:extLst>
              <a:ext uri="{FF2B5EF4-FFF2-40B4-BE49-F238E27FC236}">
                <a16:creationId xmlns:a16="http://schemas.microsoft.com/office/drawing/2014/main" id="{519F890E-AA22-C1C2-52EE-6F4E5F9AF6F4}"/>
              </a:ext>
            </a:extLst>
          </p:cNvPr>
          <p:cNvGraphicFramePr>
            <a:graphicFrameLocks noGrp="1"/>
          </p:cNvGraphicFramePr>
          <p:nvPr/>
        </p:nvGraphicFramePr>
        <p:xfrm>
          <a:off x="7151050" y="1981980"/>
          <a:ext cx="226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>
                  <a:extLst>
                    <a:ext uri="{9D8B030D-6E8A-4147-A177-3AD203B41FA5}">
                      <a16:colId xmlns:a16="http://schemas.microsoft.com/office/drawing/2014/main" val="642000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AC-Pflicht (6 LP)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59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Vorlesung &amp; Ü (4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278908"/>
                  </a:ext>
                </a:extLst>
              </a:tr>
            </a:tbl>
          </a:graphicData>
        </a:graphic>
      </p:graphicFrame>
      <p:graphicFrame>
        <p:nvGraphicFramePr>
          <p:cNvPr id="23" name="Tabelle 22">
            <a:extLst>
              <a:ext uri="{FF2B5EF4-FFF2-40B4-BE49-F238E27FC236}">
                <a16:creationId xmlns:a16="http://schemas.microsoft.com/office/drawing/2014/main" id="{877E8A35-8C19-0BA7-5ED4-5BCCB750826E}"/>
              </a:ext>
            </a:extLst>
          </p:cNvPr>
          <p:cNvGraphicFramePr>
            <a:graphicFrameLocks noGrp="1"/>
          </p:cNvGraphicFramePr>
          <p:nvPr/>
        </p:nvGraphicFramePr>
        <p:xfrm>
          <a:off x="9600952" y="1981980"/>
          <a:ext cx="226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>
                  <a:extLst>
                    <a:ext uri="{9D8B030D-6E8A-4147-A177-3AD203B41FA5}">
                      <a16:colId xmlns:a16="http://schemas.microsoft.com/office/drawing/2014/main" val="642000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PC-Pflicht (6 LP)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59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dirty="0"/>
                        <a:t>Vorlesung &amp; Ü (4 SWS)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278908"/>
                  </a:ext>
                </a:extLst>
              </a:tr>
            </a:tbl>
          </a:graphicData>
        </a:graphic>
      </p:graphicFrame>
      <p:sp>
        <p:nvSpPr>
          <p:cNvPr id="24" name="Textfeld 23">
            <a:extLst>
              <a:ext uri="{FF2B5EF4-FFF2-40B4-BE49-F238E27FC236}">
                <a16:creationId xmlns:a16="http://schemas.microsoft.com/office/drawing/2014/main" id="{8D0D095B-F28D-3F4F-A0B8-D6A287086000}"/>
              </a:ext>
            </a:extLst>
          </p:cNvPr>
          <p:cNvSpPr txBox="1"/>
          <p:nvPr/>
        </p:nvSpPr>
        <p:spPr>
          <a:xfrm>
            <a:off x="4434805" y="971441"/>
            <a:ext cx="54846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>
                <a:solidFill>
                  <a:srgbClr val="0070C0"/>
                </a:solidFill>
              </a:rPr>
              <a:t>Drei fortgeschrittene Vorlesungsmodule (ohne Praktika): 18LP </a:t>
            </a:r>
            <a:endParaRPr lang="de-DE" sz="1400" dirty="0">
              <a:solidFill>
                <a:srgbClr val="0070C0"/>
              </a:solidFill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A5FBAC4-AE7B-75DE-27E8-20E2776BF6A2}"/>
              </a:ext>
            </a:extLst>
          </p:cNvPr>
          <p:cNvSpPr txBox="1"/>
          <p:nvPr/>
        </p:nvSpPr>
        <p:spPr>
          <a:xfrm>
            <a:off x="380790" y="117621"/>
            <a:ext cx="953865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</a:pPr>
            <a:r>
              <a:rPr lang="de-DE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Zusätzlicher Vorschlag zur Modifizierung der Chemiemodule im Masterstudiengang </a:t>
            </a:r>
            <a:r>
              <a:rPr lang="de-DE" sz="16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WiC</a:t>
            </a:r>
            <a:r>
              <a:rPr lang="de-DE" sz="16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(Claus Seidel): Breites Basiswissen mit Möglichkeit einen stärkeren spezifischen Vertiefung.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BDC7668-CC36-59E4-5605-3B387C21B1B8}"/>
              </a:ext>
            </a:extLst>
          </p:cNvPr>
          <p:cNvSpPr txBox="1"/>
          <p:nvPr/>
        </p:nvSpPr>
        <p:spPr>
          <a:xfrm>
            <a:off x="4476860" y="1294739"/>
            <a:ext cx="61316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rgbClr val="0070C0"/>
                </a:solidFill>
              </a:rPr>
              <a:t>Die Vorlesungen in den Pflichtmodulen entsprechen denen, die in den</a:t>
            </a:r>
          </a:p>
          <a:p>
            <a:r>
              <a:rPr lang="de-DE" sz="1400" dirty="0">
                <a:solidFill>
                  <a:srgbClr val="0070C0"/>
                </a:solidFill>
              </a:rPr>
              <a:t>Pflichtmodulen des Masterstudiengangs im Fach Chemie angeboten werden.</a:t>
            </a:r>
            <a:endParaRPr lang="de-DE" sz="1200" dirty="0">
              <a:solidFill>
                <a:srgbClr val="0070C0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2479A75-A377-BE3F-A51B-4F48D5D4A76B}"/>
              </a:ext>
            </a:extLst>
          </p:cNvPr>
          <p:cNvSpPr txBox="1"/>
          <p:nvPr/>
        </p:nvSpPr>
        <p:spPr>
          <a:xfrm>
            <a:off x="4434805" y="3443591"/>
            <a:ext cx="75945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rgbClr val="0070C0"/>
                </a:solidFill>
              </a:rPr>
              <a:t>Die WP-Module entsprechen denen, die im Masterstudiengang des Fachs Chemie</a:t>
            </a:r>
          </a:p>
          <a:p>
            <a:r>
              <a:rPr lang="de-DE" sz="1400" dirty="0">
                <a:solidFill>
                  <a:srgbClr val="0070C0"/>
                </a:solidFill>
              </a:rPr>
              <a:t>angeboten werden, werden aber im Arbeitsaufwand (Praktika) an den LP-Rahmen angepasst. WP-Module können in gleichen oder unterschiedlichen Bereichen gemacht werden. 4LPs werden umverteilt von Pflicht auf WP.</a:t>
            </a:r>
            <a:endParaRPr lang="de-DE" sz="1200" dirty="0">
              <a:solidFill>
                <a:srgbClr val="0070C0"/>
              </a:solidFill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D48D4EA-18E1-9F2F-CC8D-B6DEF34C0A4F}"/>
              </a:ext>
            </a:extLst>
          </p:cNvPr>
          <p:cNvSpPr txBox="1"/>
          <p:nvPr/>
        </p:nvSpPr>
        <p:spPr>
          <a:xfrm>
            <a:off x="4434805" y="6008707"/>
            <a:ext cx="6713248" cy="8153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0070C0"/>
                </a:solidFill>
              </a:rPr>
              <a:t>Die Änderung würde die Anrechenbarkeit von chemischen Studienleistungen, die</a:t>
            </a:r>
            <a:br>
              <a:rPr lang="de-DE" sz="1400" dirty="0">
                <a:solidFill>
                  <a:srgbClr val="0070C0"/>
                </a:solidFill>
              </a:rPr>
            </a:br>
            <a:r>
              <a:rPr lang="de-DE" sz="1400" dirty="0">
                <a:solidFill>
                  <a:srgbClr val="0070C0"/>
                </a:solidFill>
              </a:rPr>
              <a:t>im Rahmen von Erasmus-Aufenthalten erbracht wurden, erleichtern.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400" dirty="0">
                <a:solidFill>
                  <a:srgbClr val="0070C0"/>
                </a:solidFill>
              </a:rPr>
              <a:t>Studierende könnten durch ihre Wahl Ausbildungsschwerpunkte setzen.</a:t>
            </a:r>
            <a:endParaRPr lang="de-DE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4048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HHU_PPT_Vorlage">
  <a:themeElements>
    <a:clrScheme name="HHU">
      <a:dk1>
        <a:sysClr val="windowText" lastClr="000000"/>
      </a:dk1>
      <a:lt1>
        <a:sysClr val="window" lastClr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_Master_HHU_191009_NEU.potx" id="{C18E6C2C-E01B-41BB-B9EA-3EAB85604C93}" vid="{F281C1DA-7DA9-478C-8E22-53CA79ADD4CF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</Words>
  <Application>Microsoft Office PowerPoint</Application>
  <PresentationFormat>Breitbild</PresentationFormat>
  <Paragraphs>38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Symbol</vt:lpstr>
      <vt:lpstr>Wingdings 2</vt:lpstr>
      <vt:lpstr>Office</vt:lpstr>
      <vt:lpstr>HHU_PPT_Vorlage</vt:lpstr>
      <vt:lpstr>PowerPoint-Präsentation</vt:lpstr>
    </vt:vector>
  </TitlesOfParts>
  <Company>Heinrich-Heine-Universitaet Duesseldorf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 Beutner</dc:creator>
  <cp:lastModifiedBy>Stefan Beutner</cp:lastModifiedBy>
  <cp:revision>26</cp:revision>
  <dcterms:created xsi:type="dcterms:W3CDTF">2026-04-09T15:45:27Z</dcterms:created>
  <dcterms:modified xsi:type="dcterms:W3CDTF">2026-04-22T06:34:04Z</dcterms:modified>
</cp:coreProperties>
</file>