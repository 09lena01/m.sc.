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745" r:id="rId2"/>
    <p:sldId id="747" r:id="rId3"/>
    <p:sldId id="74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566"/>
    <p:restoredTop sz="93129"/>
  </p:normalViewPr>
  <p:slideViewPr>
    <p:cSldViewPr snapToGrid="0" snapToObjects="1">
      <p:cViewPr varScale="1">
        <p:scale>
          <a:sx n="119" d="100"/>
          <a:sy n="119" d="100"/>
        </p:scale>
        <p:origin x="1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0E433-F544-8642-8469-5E20DBC437A2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C5257-8DDD-ED48-94E0-841638F2C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35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AD5641-3609-BF43-AF0E-6165A843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C140DC-E8AC-C945-9611-DF01E1240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36BFA6-AAEA-4845-9755-129BCA98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1895B1-F424-0844-9EE2-0B879A9F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9CDA91-7C14-A343-A813-1612C4B5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334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87D7B-0631-734F-B58E-FDE769AB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34060A-EBD3-6240-8247-F481EBFFA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FB78A-1824-4F4D-8270-A64922A9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5B626A-11D8-AD4A-83EE-254E7706A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F8EC0A-D90F-AB42-98FA-5A8F2363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608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0A7AF-F897-DA40-93A7-4DD3900A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E15CB1-0460-584D-90D4-B13C0A266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00F86A-52E5-1B4D-B3EC-AD8C5B40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05E36B-D7C7-CA4B-858B-CBB7B137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E11D3D-5481-EF48-B09F-28F34FA71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207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4F359-B381-BD4A-A68A-4DBD7727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E73B9C-BD1C-9047-B33A-AC6D368A3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DB3494-1E76-0745-8258-D95C51204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C26FE3-DFFE-2149-884F-979CB651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6D8110-6A9F-BB4A-AD2E-ADCFC817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E7B07D-BA60-694B-A5D2-3B0F3692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296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0B859-D830-E045-9579-AC338932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199DE6-E711-9840-A249-9610DF7C3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E4C974-DADF-2243-88AB-0275FC941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5E939B-AAF4-0348-9674-17A1D23DF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4FE49E-7DE8-5A42-B1B4-D93326F49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7DE27F3-5119-514D-B210-B3729592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C4C5DC-AB67-C149-8A1F-6188FD1D6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2A388F1-22B4-C94F-8BFF-537C02FA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95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410A43-2D53-F245-B597-B2310C6C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F74360D-155F-0041-B393-547BC0E7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5FC106-6559-3440-8CBE-658357A66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0DAF72-EA64-F649-BE48-2CFE0E8A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021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8286B4-5BA1-AE4A-BC81-7A8FDFF3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6153A3F-7E27-A440-895A-3CB60A27E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ABCAB3-9754-644C-B4E3-1D4A6125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261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175841-5757-5346-81AA-5767C93E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A3D2C4-478C-EA42-A945-F702F63A4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742E7B-BC58-CB47-BD70-5436D41F3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1231EB-35DF-294D-A329-AF2C49C3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3BBFF1-63BE-BE42-AA6D-971434F7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47A66F-D7B2-2749-8737-8984CBE6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354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4694ED-1570-2844-8FBF-91C62459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8245AC1-1AB8-344D-9423-4738D0E00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37BD12-C7AE-284B-8D5A-F3F3B60DD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D09297-7AB1-B045-BFEF-2C0FF90E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11E9A2-07F2-624A-AE0B-8532336E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24C936-0E91-2A42-B0B7-04365E6A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997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420E96-2330-3D40-8792-9B43EBB92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DF0E39-E9F6-3544-B948-58A5482D7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10CFA8-7402-4647-A739-F456A4FC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49B596-F71E-CD42-8774-CE01051D6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2C305B-4CBF-8547-AD76-EEDF0736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222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6478B15-2C3A-0C46-8D44-E61D2F7F1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0769A7C-E3D1-FD4D-9963-9CF845597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69B450-EA6C-9F4B-A5BE-4DED7307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5D2BC9-BEAC-4F42-B6A2-3B745C16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58A938-CE03-A94E-97AC-4241C1EE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57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C338D16-F591-BA40-8420-92F3F326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F2D30D-0B97-6247-B7C6-6446BC6B6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7B7FC2-2E9F-4841-B462-B5760F1D02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3A6CC-F385-9E43-B5F5-69B0FA16D296}" type="datetimeFigureOut">
              <a:rPr lang="de-DE" smtClean="0"/>
              <a:t>22.09.25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B4E106-0A2F-3948-BFBB-A626A6B6E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B0EE3A-428E-544F-8D3D-D06BEEFE8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D0F2-BEDC-404B-A033-AA140A70A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943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46176DD-658D-FB47-A717-193B172CE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314" y="-53037"/>
            <a:ext cx="9739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9E739EE-959A-B246-993E-3BA039F7E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54" y="0"/>
            <a:ext cx="105052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8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FAECC32-A878-CD4B-9615-B640B7808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88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Sitzung 11.01.2022  13:30</dc:title>
  <dc:creator>Microsoft Office User</dc:creator>
  <cp:lastModifiedBy>Orangedanny@outlook.de</cp:lastModifiedBy>
  <cp:revision>466</cp:revision>
  <cp:lastPrinted>2025-09-17T11:38:33Z</cp:lastPrinted>
  <dcterms:created xsi:type="dcterms:W3CDTF">2022-01-09T11:15:33Z</dcterms:created>
  <dcterms:modified xsi:type="dcterms:W3CDTF">2025-09-23T08:59:41Z</dcterms:modified>
</cp:coreProperties>
</file>